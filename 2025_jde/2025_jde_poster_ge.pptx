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65" r:id="rId2"/>
  </p:sldIdLst>
  <p:sldSz cx="30243463" cy="42845038"/>
  <p:notesSz cx="6858000" cy="10059988"/>
  <p:defaultTextStyle>
    <a:defPPr>
      <a:defRPr lang="fr-FR"/>
    </a:defPPr>
    <a:lvl1pPr algn="l" defTabSz="4175125" rtl="0" eaLnBrk="0" fontAlgn="base" hangingPunct="0">
      <a:spcBef>
        <a:spcPct val="0"/>
      </a:spcBef>
      <a:spcAft>
        <a:spcPct val="0"/>
      </a:spcAft>
      <a:defRPr sz="8200" kern="1200">
        <a:solidFill>
          <a:schemeClr val="tx1"/>
        </a:solidFill>
        <a:latin typeface="Arial" charset="0"/>
        <a:ea typeface="+mn-ea"/>
        <a:cs typeface="Arial" charset="0"/>
      </a:defRPr>
    </a:lvl1pPr>
    <a:lvl2pPr marL="2087563" indent="-1630363" algn="l" defTabSz="4175125" rtl="0" eaLnBrk="0" fontAlgn="base" hangingPunct="0">
      <a:spcBef>
        <a:spcPct val="0"/>
      </a:spcBef>
      <a:spcAft>
        <a:spcPct val="0"/>
      </a:spcAft>
      <a:defRPr sz="8200" kern="1200">
        <a:solidFill>
          <a:schemeClr val="tx1"/>
        </a:solidFill>
        <a:latin typeface="Arial" charset="0"/>
        <a:ea typeface="+mn-ea"/>
        <a:cs typeface="Arial" charset="0"/>
      </a:defRPr>
    </a:lvl2pPr>
    <a:lvl3pPr marL="4175125" indent="-3260725" algn="l" defTabSz="4175125" rtl="0" eaLnBrk="0" fontAlgn="base" hangingPunct="0">
      <a:spcBef>
        <a:spcPct val="0"/>
      </a:spcBef>
      <a:spcAft>
        <a:spcPct val="0"/>
      </a:spcAft>
      <a:defRPr sz="8200" kern="1200">
        <a:solidFill>
          <a:schemeClr val="tx1"/>
        </a:solidFill>
        <a:latin typeface="Arial" charset="0"/>
        <a:ea typeface="+mn-ea"/>
        <a:cs typeface="Arial" charset="0"/>
      </a:defRPr>
    </a:lvl3pPr>
    <a:lvl4pPr marL="6264275" indent="-4892675" algn="l" defTabSz="4175125" rtl="0" eaLnBrk="0" fontAlgn="base" hangingPunct="0">
      <a:spcBef>
        <a:spcPct val="0"/>
      </a:spcBef>
      <a:spcAft>
        <a:spcPct val="0"/>
      </a:spcAft>
      <a:defRPr sz="8200" kern="1200">
        <a:solidFill>
          <a:schemeClr val="tx1"/>
        </a:solidFill>
        <a:latin typeface="Arial" charset="0"/>
        <a:ea typeface="+mn-ea"/>
        <a:cs typeface="Arial" charset="0"/>
      </a:defRPr>
    </a:lvl4pPr>
    <a:lvl5pPr marL="8351838" indent="-6523038" algn="l" defTabSz="4175125" rtl="0" eaLnBrk="0" fontAlgn="base" hangingPunct="0">
      <a:spcBef>
        <a:spcPct val="0"/>
      </a:spcBef>
      <a:spcAft>
        <a:spcPct val="0"/>
      </a:spcAft>
      <a:defRPr sz="8200" kern="1200">
        <a:solidFill>
          <a:schemeClr val="tx1"/>
        </a:solidFill>
        <a:latin typeface="Arial" charset="0"/>
        <a:ea typeface="+mn-ea"/>
        <a:cs typeface="Arial" charset="0"/>
      </a:defRPr>
    </a:lvl5pPr>
    <a:lvl6pPr marL="2286000" algn="l" defTabSz="914400" rtl="0" eaLnBrk="1" latinLnBrk="0" hangingPunct="1">
      <a:defRPr sz="8200" kern="1200">
        <a:solidFill>
          <a:schemeClr val="tx1"/>
        </a:solidFill>
        <a:latin typeface="Arial" charset="0"/>
        <a:ea typeface="+mn-ea"/>
        <a:cs typeface="Arial" charset="0"/>
      </a:defRPr>
    </a:lvl6pPr>
    <a:lvl7pPr marL="2743200" algn="l" defTabSz="914400" rtl="0" eaLnBrk="1" latinLnBrk="0" hangingPunct="1">
      <a:defRPr sz="8200" kern="1200">
        <a:solidFill>
          <a:schemeClr val="tx1"/>
        </a:solidFill>
        <a:latin typeface="Arial" charset="0"/>
        <a:ea typeface="+mn-ea"/>
        <a:cs typeface="Arial" charset="0"/>
      </a:defRPr>
    </a:lvl7pPr>
    <a:lvl8pPr marL="3200400" algn="l" defTabSz="914400" rtl="0" eaLnBrk="1" latinLnBrk="0" hangingPunct="1">
      <a:defRPr sz="8200" kern="1200">
        <a:solidFill>
          <a:schemeClr val="tx1"/>
        </a:solidFill>
        <a:latin typeface="Arial" charset="0"/>
        <a:ea typeface="+mn-ea"/>
        <a:cs typeface="Arial" charset="0"/>
      </a:defRPr>
    </a:lvl8pPr>
    <a:lvl9pPr marL="3657600" algn="l" defTabSz="914400" rtl="0" eaLnBrk="1" latinLnBrk="0" hangingPunct="1">
      <a:defRPr sz="82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6059" userDrawn="1">
          <p15:clr>
            <a:srgbClr val="A4A3A4"/>
          </p15:clr>
        </p15:guide>
        <p15:guide id="4" orient="horz" pos="11907" userDrawn="1">
          <p15:clr>
            <a:srgbClr val="A4A3A4"/>
          </p15:clr>
        </p15:guide>
        <p15:guide id="5" orient="horz" pos="14130" userDrawn="1">
          <p15:clr>
            <a:srgbClr val="A4A3A4"/>
          </p15:clr>
        </p15:guide>
        <p15:guide id="6" orient="horz" pos="26377" userDrawn="1">
          <p15:clr>
            <a:srgbClr val="A4A3A4"/>
          </p15:clr>
        </p15:guide>
        <p15:guide id="8" pos="9526" userDrawn="1">
          <p15:clr>
            <a:srgbClr val="A4A3A4"/>
          </p15:clr>
        </p15:guide>
        <p15:guide id="9" pos="4808" userDrawn="1">
          <p15:clr>
            <a:srgbClr val="A4A3A4"/>
          </p15:clr>
        </p15:guide>
        <p15:guide id="10" pos="142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687"/>
    <a:srgbClr val="A70039"/>
    <a:srgbClr val="F6A723"/>
    <a:srgbClr val="969696"/>
    <a:srgbClr val="FF9933"/>
    <a:srgbClr val="777777"/>
    <a:srgbClr val="3366FF"/>
    <a:srgbClr val="666699"/>
    <a:srgbClr val="FF5050"/>
    <a:srgbClr val="C75F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86421" autoAdjust="0"/>
  </p:normalViewPr>
  <p:slideViewPr>
    <p:cSldViewPr>
      <p:cViewPr varScale="1">
        <p:scale>
          <a:sx n="25" d="100"/>
          <a:sy n="25" d="100"/>
        </p:scale>
        <p:origin x="4176" y="264"/>
      </p:cViewPr>
      <p:guideLst>
        <p:guide orient="horz" pos="26059"/>
        <p:guide orient="horz" pos="11907"/>
        <p:guide orient="horz" pos="14130"/>
        <p:guide orient="horz" pos="26377"/>
        <p:guide pos="9526"/>
        <p:guide pos="4808"/>
        <p:guide pos="14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0213" cy="503238"/>
          </a:xfrm>
          <a:prstGeom prst="rect">
            <a:avLst/>
          </a:prstGeom>
        </p:spPr>
        <p:txBody>
          <a:bodyPr vert="horz" lIns="96562" tIns="48282" rIns="96562" bIns="48282" rtlCol="0"/>
          <a:lstStyle>
            <a:lvl1pPr algn="l" defTabSz="4252299" eaLnBrk="1" fontAlgn="auto" hangingPunct="1">
              <a:spcBef>
                <a:spcPts val="0"/>
              </a:spcBef>
              <a:spcAft>
                <a:spcPts val="0"/>
              </a:spcAft>
              <a:defRPr sz="1300">
                <a:latin typeface="+mn-lt"/>
                <a:cs typeface="+mn-cs"/>
              </a:defRPr>
            </a:lvl1pPr>
          </a:lstStyle>
          <a:p>
            <a:pPr>
              <a:defRPr/>
            </a:pPr>
            <a:endParaRPr lang="fr-BE"/>
          </a:p>
        </p:txBody>
      </p:sp>
      <p:sp>
        <p:nvSpPr>
          <p:cNvPr id="3" name="Espace réservé de la date 2"/>
          <p:cNvSpPr>
            <a:spLocks noGrp="1"/>
          </p:cNvSpPr>
          <p:nvPr>
            <p:ph type="dt" sz="quarter" idx="1"/>
          </p:nvPr>
        </p:nvSpPr>
        <p:spPr>
          <a:xfrm>
            <a:off x="3886200" y="0"/>
            <a:ext cx="2970213" cy="503238"/>
          </a:xfrm>
          <a:prstGeom prst="rect">
            <a:avLst/>
          </a:prstGeom>
        </p:spPr>
        <p:txBody>
          <a:bodyPr vert="horz" lIns="96562" tIns="48282" rIns="96562" bIns="48282" rtlCol="0"/>
          <a:lstStyle>
            <a:lvl1pPr algn="r" defTabSz="4252299" eaLnBrk="1" fontAlgn="auto" hangingPunct="1">
              <a:spcBef>
                <a:spcPts val="0"/>
              </a:spcBef>
              <a:spcAft>
                <a:spcPts val="0"/>
              </a:spcAft>
              <a:defRPr sz="1300">
                <a:latin typeface="+mn-lt"/>
                <a:cs typeface="+mn-cs"/>
              </a:defRPr>
            </a:lvl1pPr>
          </a:lstStyle>
          <a:p>
            <a:pPr>
              <a:defRPr/>
            </a:pPr>
            <a:fld id="{3BA7EF55-F996-4B81-9441-DE83BD3FD412}" type="datetimeFigureOut">
              <a:rPr lang="fr-FR"/>
              <a:pPr>
                <a:defRPr/>
              </a:pPr>
              <a:t>09/04/2025</a:t>
            </a:fld>
            <a:endParaRPr lang="fr-BE"/>
          </a:p>
        </p:txBody>
      </p:sp>
      <p:sp>
        <p:nvSpPr>
          <p:cNvPr id="4" name="Espace réservé du pied de page 3"/>
          <p:cNvSpPr>
            <a:spLocks noGrp="1"/>
          </p:cNvSpPr>
          <p:nvPr>
            <p:ph type="ftr" sz="quarter" idx="2"/>
          </p:nvPr>
        </p:nvSpPr>
        <p:spPr>
          <a:xfrm>
            <a:off x="0" y="9555163"/>
            <a:ext cx="2970213" cy="503237"/>
          </a:xfrm>
          <a:prstGeom prst="rect">
            <a:avLst/>
          </a:prstGeom>
        </p:spPr>
        <p:txBody>
          <a:bodyPr vert="horz" lIns="96562" tIns="48282" rIns="96562" bIns="48282" rtlCol="0" anchor="b"/>
          <a:lstStyle>
            <a:lvl1pPr algn="l" defTabSz="4252299" eaLnBrk="1" fontAlgn="auto" hangingPunct="1">
              <a:spcBef>
                <a:spcPts val="0"/>
              </a:spcBef>
              <a:spcAft>
                <a:spcPts val="0"/>
              </a:spcAft>
              <a:defRPr sz="1300">
                <a:latin typeface="+mn-lt"/>
                <a:cs typeface="+mn-cs"/>
              </a:defRPr>
            </a:lvl1pPr>
          </a:lstStyle>
          <a:p>
            <a:pPr>
              <a:defRPr/>
            </a:pPr>
            <a:endParaRPr lang="fr-BE"/>
          </a:p>
        </p:txBody>
      </p:sp>
      <p:sp>
        <p:nvSpPr>
          <p:cNvPr id="5" name="Espace réservé du numéro de diapositive 4"/>
          <p:cNvSpPr>
            <a:spLocks noGrp="1"/>
          </p:cNvSpPr>
          <p:nvPr>
            <p:ph type="sldNum" sz="quarter" idx="3"/>
          </p:nvPr>
        </p:nvSpPr>
        <p:spPr>
          <a:xfrm>
            <a:off x="3886200" y="9555163"/>
            <a:ext cx="2970213" cy="503237"/>
          </a:xfrm>
          <a:prstGeom prst="rect">
            <a:avLst/>
          </a:prstGeom>
        </p:spPr>
        <p:txBody>
          <a:bodyPr vert="horz" wrap="square" lIns="96562" tIns="48282" rIns="96562" bIns="48282" numCol="1" anchor="b" anchorCtr="0" compatLnSpc="1">
            <a:prstTxWarp prst="textNoShape">
              <a:avLst/>
            </a:prstTxWarp>
          </a:bodyPr>
          <a:lstStyle>
            <a:lvl1pPr algn="r" defTabSz="4251325" eaLnBrk="1" hangingPunct="1">
              <a:defRPr sz="1300">
                <a:latin typeface="Calibri" pitchFamily="34" charset="0"/>
              </a:defRPr>
            </a:lvl1pPr>
          </a:lstStyle>
          <a:p>
            <a:pPr>
              <a:defRPr/>
            </a:pPr>
            <a:fld id="{CC3C1D29-AD1B-4E95-AFFF-60B7C630CEA2}" type="slidenum">
              <a:rPr lang="fr-BE" altLang="en-US"/>
              <a:pPr>
                <a:defRPr/>
              </a:pPr>
              <a:t>‹N°›</a:t>
            </a:fld>
            <a:endParaRPr lang="fr-BE" altLang="en-US"/>
          </a:p>
        </p:txBody>
      </p:sp>
    </p:spTree>
    <p:extLst>
      <p:ext uri="{BB962C8B-B14F-4D97-AF65-F5344CB8AC3E}">
        <p14:creationId xmlns:p14="http://schemas.microsoft.com/office/powerpoint/2010/main" val="29501819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0213" cy="503238"/>
          </a:xfrm>
          <a:prstGeom prst="rect">
            <a:avLst/>
          </a:prstGeom>
        </p:spPr>
        <p:txBody>
          <a:bodyPr vert="horz" lIns="96562" tIns="48282" rIns="96562" bIns="48282" rtlCol="0"/>
          <a:lstStyle>
            <a:lvl1pPr algn="l" defTabSz="4252299" eaLnBrk="1" fontAlgn="auto" hangingPunct="1">
              <a:spcBef>
                <a:spcPts val="0"/>
              </a:spcBef>
              <a:spcAft>
                <a:spcPts val="0"/>
              </a:spcAft>
              <a:defRPr sz="1300">
                <a:latin typeface="+mn-lt"/>
                <a:cs typeface="+mn-cs"/>
              </a:defRPr>
            </a:lvl1pPr>
          </a:lstStyle>
          <a:p>
            <a:pPr>
              <a:defRPr/>
            </a:pPr>
            <a:endParaRPr lang="fr-BE"/>
          </a:p>
        </p:txBody>
      </p:sp>
      <p:sp>
        <p:nvSpPr>
          <p:cNvPr id="3" name="Espace réservé de la date 2"/>
          <p:cNvSpPr>
            <a:spLocks noGrp="1"/>
          </p:cNvSpPr>
          <p:nvPr>
            <p:ph type="dt" idx="1"/>
          </p:nvPr>
        </p:nvSpPr>
        <p:spPr>
          <a:xfrm>
            <a:off x="3886200" y="0"/>
            <a:ext cx="2970213" cy="503238"/>
          </a:xfrm>
          <a:prstGeom prst="rect">
            <a:avLst/>
          </a:prstGeom>
        </p:spPr>
        <p:txBody>
          <a:bodyPr vert="horz" lIns="96562" tIns="48282" rIns="96562" bIns="48282" rtlCol="0"/>
          <a:lstStyle>
            <a:lvl1pPr algn="r" defTabSz="4252299" eaLnBrk="1" fontAlgn="auto" hangingPunct="1">
              <a:spcBef>
                <a:spcPts val="0"/>
              </a:spcBef>
              <a:spcAft>
                <a:spcPts val="0"/>
              </a:spcAft>
              <a:defRPr sz="1300">
                <a:latin typeface="+mn-lt"/>
                <a:cs typeface="+mn-cs"/>
              </a:defRPr>
            </a:lvl1pPr>
          </a:lstStyle>
          <a:p>
            <a:pPr>
              <a:defRPr/>
            </a:pPr>
            <a:fld id="{8D4995BA-8BE5-4DE7-B286-877D53D05E63}" type="datetimeFigureOut">
              <a:rPr lang="fr-FR"/>
              <a:pPr>
                <a:defRPr/>
              </a:pPr>
              <a:t>09/04/2025</a:t>
            </a:fld>
            <a:endParaRPr lang="fr-BE"/>
          </a:p>
        </p:txBody>
      </p:sp>
      <p:sp>
        <p:nvSpPr>
          <p:cNvPr id="4" name="Espace réservé de l'image des diapositives 3"/>
          <p:cNvSpPr>
            <a:spLocks noGrp="1" noRot="1" noChangeAspect="1"/>
          </p:cNvSpPr>
          <p:nvPr>
            <p:ph type="sldImg" idx="2"/>
          </p:nvPr>
        </p:nvSpPr>
        <p:spPr>
          <a:xfrm>
            <a:off x="2098675" y="752475"/>
            <a:ext cx="2660650" cy="3773488"/>
          </a:xfrm>
          <a:prstGeom prst="rect">
            <a:avLst/>
          </a:prstGeom>
          <a:noFill/>
          <a:ln w="12700">
            <a:solidFill>
              <a:prstClr val="black"/>
            </a:solidFill>
          </a:ln>
        </p:spPr>
        <p:txBody>
          <a:bodyPr vert="horz" lIns="96562" tIns="48282" rIns="96562" bIns="48282" rtlCol="0" anchor="ctr"/>
          <a:lstStyle/>
          <a:p>
            <a:pPr lvl="0"/>
            <a:endParaRPr lang="fr-BE" noProof="0"/>
          </a:p>
        </p:txBody>
      </p:sp>
      <p:sp>
        <p:nvSpPr>
          <p:cNvPr id="5" name="Espace réservé des commentaires 4"/>
          <p:cNvSpPr>
            <a:spLocks noGrp="1"/>
          </p:cNvSpPr>
          <p:nvPr>
            <p:ph type="body" sz="quarter" idx="3"/>
          </p:nvPr>
        </p:nvSpPr>
        <p:spPr>
          <a:xfrm>
            <a:off x="685800" y="4778375"/>
            <a:ext cx="5486400" cy="4527550"/>
          </a:xfrm>
          <a:prstGeom prst="rect">
            <a:avLst/>
          </a:prstGeom>
        </p:spPr>
        <p:txBody>
          <a:bodyPr vert="horz" lIns="96562" tIns="48282" rIns="96562" bIns="48282" rtlCol="0">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BE" noProof="0"/>
          </a:p>
        </p:txBody>
      </p:sp>
      <p:sp>
        <p:nvSpPr>
          <p:cNvPr id="6" name="Espace réservé du pied de page 5"/>
          <p:cNvSpPr>
            <a:spLocks noGrp="1"/>
          </p:cNvSpPr>
          <p:nvPr>
            <p:ph type="ftr" sz="quarter" idx="4"/>
          </p:nvPr>
        </p:nvSpPr>
        <p:spPr>
          <a:xfrm>
            <a:off x="0" y="9555163"/>
            <a:ext cx="2970213" cy="503237"/>
          </a:xfrm>
          <a:prstGeom prst="rect">
            <a:avLst/>
          </a:prstGeom>
        </p:spPr>
        <p:txBody>
          <a:bodyPr vert="horz" lIns="96562" tIns="48282" rIns="96562" bIns="48282" rtlCol="0" anchor="b"/>
          <a:lstStyle>
            <a:lvl1pPr algn="l" defTabSz="4252299" eaLnBrk="1" fontAlgn="auto" hangingPunct="1">
              <a:spcBef>
                <a:spcPts val="0"/>
              </a:spcBef>
              <a:spcAft>
                <a:spcPts val="0"/>
              </a:spcAft>
              <a:defRPr sz="1300">
                <a:latin typeface="+mn-lt"/>
                <a:cs typeface="+mn-cs"/>
              </a:defRPr>
            </a:lvl1pPr>
          </a:lstStyle>
          <a:p>
            <a:pPr>
              <a:defRPr/>
            </a:pPr>
            <a:endParaRPr lang="fr-BE"/>
          </a:p>
        </p:txBody>
      </p:sp>
      <p:sp>
        <p:nvSpPr>
          <p:cNvPr id="7" name="Espace réservé du numéro de diapositive 6"/>
          <p:cNvSpPr>
            <a:spLocks noGrp="1"/>
          </p:cNvSpPr>
          <p:nvPr>
            <p:ph type="sldNum" sz="quarter" idx="5"/>
          </p:nvPr>
        </p:nvSpPr>
        <p:spPr>
          <a:xfrm>
            <a:off x="3886200" y="9555163"/>
            <a:ext cx="2970213" cy="503237"/>
          </a:xfrm>
          <a:prstGeom prst="rect">
            <a:avLst/>
          </a:prstGeom>
        </p:spPr>
        <p:txBody>
          <a:bodyPr vert="horz" wrap="square" lIns="96562" tIns="48282" rIns="96562" bIns="48282" numCol="1" anchor="b" anchorCtr="0" compatLnSpc="1">
            <a:prstTxWarp prst="textNoShape">
              <a:avLst/>
            </a:prstTxWarp>
          </a:bodyPr>
          <a:lstStyle>
            <a:lvl1pPr algn="r" defTabSz="4251325" eaLnBrk="1" hangingPunct="1">
              <a:defRPr sz="1300">
                <a:latin typeface="Calibri" pitchFamily="34" charset="0"/>
              </a:defRPr>
            </a:lvl1pPr>
          </a:lstStyle>
          <a:p>
            <a:pPr>
              <a:defRPr/>
            </a:pPr>
            <a:fld id="{8D8359B8-01E4-49E7-BFA0-6E445A423911}" type="slidenum">
              <a:rPr lang="fr-BE" altLang="en-US"/>
              <a:pPr>
                <a:defRPr/>
              </a:pPr>
              <a:t>‹N°›</a:t>
            </a:fld>
            <a:endParaRPr lang="fr-BE" altLang="en-US"/>
          </a:p>
        </p:txBody>
      </p:sp>
    </p:spTree>
    <p:extLst>
      <p:ext uri="{BB962C8B-B14F-4D97-AF65-F5344CB8AC3E}">
        <p14:creationId xmlns:p14="http://schemas.microsoft.com/office/powerpoint/2010/main" val="16056715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843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fr-BE" altLang="en-US" err="1"/>
              <a:t>www.virtualbox.org</a:t>
            </a:r>
            <a:r>
              <a:rPr lang="fr-BE" altLang="en-US"/>
              <a:t>[</a:t>
            </a:r>
            <a:endParaRPr lang="fr-BE"/>
          </a:p>
          <a:p>
            <a:pPr eaLnBrk="1" hangingPunct="1">
              <a:spcBef>
                <a:spcPct val="0"/>
              </a:spcBef>
            </a:pPr>
            <a:endParaRPr lang="fr-BE" altLang="en-US"/>
          </a:p>
          <a:p>
            <a:pPr eaLnBrk="1" hangingPunct="1">
              <a:spcBef>
                <a:spcPct val="0"/>
              </a:spcBef>
            </a:pPr>
            <a:r>
              <a:rPr lang="fr-BE" altLang="en-US" err="1"/>
              <a:t>www.ubuntu.com</a:t>
            </a:r>
            <a:endParaRPr lang="fr-BE" altLang="en-US"/>
          </a:p>
          <a:p>
            <a:pPr eaLnBrk="1" hangingPunct="1">
              <a:spcBef>
                <a:spcPct val="0"/>
              </a:spcBef>
            </a:pPr>
            <a:r>
              <a:rPr lang="fr-BE" altLang="en-US" err="1"/>
              <a:t>www.rstudio.com</a:t>
            </a:r>
            <a:endParaRPr lang="fr-BE" altLang="en-US"/>
          </a:p>
          <a:p>
            <a:pPr eaLnBrk="1" hangingPunct="1">
              <a:spcBef>
                <a:spcPct val="0"/>
              </a:spcBef>
            </a:pPr>
            <a:r>
              <a:rPr lang="fr-BE" altLang="en-US" err="1"/>
              <a:t>www.r-project.org</a:t>
            </a:r>
            <a:endParaRPr lang="fr-BE" altLang="en-US"/>
          </a:p>
          <a:p>
            <a:pPr eaLnBrk="1" hangingPunct="1">
              <a:spcBef>
                <a:spcPct val="0"/>
              </a:spcBef>
            </a:pPr>
            <a:r>
              <a:rPr lang="fr-BE" altLang="en-US" err="1"/>
              <a:t>www.github.com</a:t>
            </a:r>
            <a:endParaRPr lang="fr-BE" altLang="en-US"/>
          </a:p>
          <a:p>
            <a:pPr eaLnBrk="1" hangingPunct="1">
              <a:spcBef>
                <a:spcPct val="0"/>
              </a:spcBef>
            </a:pPr>
            <a:r>
              <a:rPr lang="fr-BE" altLang="en-US" err="1"/>
              <a:t>www.lyx.org</a:t>
            </a:r>
            <a:endParaRPr lang="fr-BE" altLang="en-US"/>
          </a:p>
          <a:p>
            <a:pPr eaLnBrk="1" hangingPunct="1">
              <a:spcBef>
                <a:spcPct val="0"/>
              </a:spcBef>
            </a:pPr>
            <a:r>
              <a:rPr lang="fr-BE" altLang="en-US" err="1"/>
              <a:t>www.python.org</a:t>
            </a:r>
            <a:endParaRPr lang="fr-BE" altLang="en-US"/>
          </a:p>
          <a:p>
            <a:pPr eaLnBrk="1" hangingPunct="1">
              <a:spcBef>
                <a:spcPct val="0"/>
              </a:spcBef>
            </a:pPr>
            <a:r>
              <a:rPr lang="fr-BE" altLang="en-US" err="1"/>
              <a:t>www.jupyter.org</a:t>
            </a:r>
            <a:endParaRPr lang="fr-BE" altLang="en-US"/>
          </a:p>
          <a:p>
            <a:pPr eaLnBrk="1" hangingPunct="1">
              <a:spcBef>
                <a:spcPct val="0"/>
              </a:spcBef>
            </a:pPr>
            <a:r>
              <a:rPr lang="fr-BE" altLang="en-US" err="1"/>
              <a:t>pythonhosted.org</a:t>
            </a:r>
            <a:r>
              <a:rPr lang="fr-BE" altLang="en-US"/>
              <a:t>/</a:t>
            </a:r>
            <a:r>
              <a:rPr lang="fr-BE" altLang="en-US" err="1"/>
              <a:t>spyder</a:t>
            </a:r>
            <a:r>
              <a:rPr lang="fr-BE" altLang="en-US"/>
              <a:t>/</a:t>
            </a:r>
            <a:r>
              <a:rPr lang="fr-BE" altLang="en-US" err="1"/>
              <a:t>index.htm</a:t>
            </a:r>
            <a:endParaRPr lang="fr-BE" altLang="en-US"/>
          </a:p>
          <a:p>
            <a:pPr eaLnBrk="1" hangingPunct="1">
              <a:spcBef>
                <a:spcPct val="0"/>
              </a:spcBef>
            </a:pPr>
            <a:endParaRPr lang="fr-BE" altLang="en-US"/>
          </a:p>
          <a:p>
            <a:pPr eaLnBrk="1" hangingPunct="1">
              <a:spcBef>
                <a:spcPct val="0"/>
              </a:spcBef>
            </a:pPr>
            <a:endParaRPr lang="fr-BE" altLang="en-US"/>
          </a:p>
        </p:txBody>
      </p:sp>
      <p:sp>
        <p:nvSpPr>
          <p:cNvPr id="18436" name="Espace réservé du numéro de diapositive 3"/>
          <p:cNvSpPr>
            <a:spLocks noGrp="1"/>
          </p:cNvSpPr>
          <p:nvPr>
            <p:ph type="sldNum" sz="quarter" idx="5"/>
          </p:nvPr>
        </p:nvSpPr>
        <p:spPr bwMode="auto">
          <a:noFill/>
          <a:ln>
            <a:miter lim="800000"/>
            <a:headEnd/>
            <a:tailEnd/>
          </a:ln>
        </p:spPr>
        <p:txBody>
          <a:bodyPr/>
          <a:lstStyle/>
          <a:p>
            <a:pPr defTabSz="4249738"/>
            <a:fld id="{316DB442-F2BA-4600-A0B5-A08A81765C88}" type="slidenum">
              <a:rPr lang="fr-BE" altLang="en-US" smtClean="0"/>
              <a:pPr defTabSz="4249738"/>
              <a:t>1</a:t>
            </a:fld>
            <a:endParaRPr lang="fr-BE" altLang="en-US"/>
          </a:p>
        </p:txBody>
      </p:sp>
    </p:spTree>
    <p:extLst>
      <p:ext uri="{BB962C8B-B14F-4D97-AF65-F5344CB8AC3E}">
        <p14:creationId xmlns:p14="http://schemas.microsoft.com/office/powerpoint/2010/main" val="11881787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re medecine &amp; pharmacie">
    <p:spTree>
      <p:nvGrpSpPr>
        <p:cNvPr id="1" name=""/>
        <p:cNvGrpSpPr/>
        <p:nvPr/>
      </p:nvGrpSpPr>
      <p:grpSpPr>
        <a:xfrm>
          <a:off x="0" y="0"/>
          <a:ext cx="0" cy="0"/>
          <a:chOff x="0" y="0"/>
          <a:chExt cx="0" cy="0"/>
        </a:xfrm>
      </p:grpSpPr>
      <p:pic>
        <p:nvPicPr>
          <p:cNvPr id="5" name="Image 9" descr="sciences_microscope_large.jpg"/>
          <p:cNvPicPr>
            <a:picLocks noChangeAspect="1"/>
          </p:cNvPicPr>
          <p:nvPr/>
        </p:nvPicPr>
        <p:blipFill>
          <a:blip r:embed="rId2" cstate="print">
            <a:lum bright="14000"/>
          </a:blip>
          <a:srcRect/>
          <a:stretch>
            <a:fillRect/>
          </a:stretch>
        </p:blipFill>
        <p:spPr bwMode="auto">
          <a:xfrm>
            <a:off x="7524750" y="2382838"/>
            <a:ext cx="22045613" cy="5507037"/>
          </a:xfrm>
          <a:prstGeom prst="rect">
            <a:avLst/>
          </a:prstGeom>
          <a:noFill/>
          <a:ln w="9525">
            <a:noFill/>
            <a:miter lim="800000"/>
            <a:headEnd/>
            <a:tailEnd/>
          </a:ln>
        </p:spPr>
      </p:pic>
      <p:sp>
        <p:nvSpPr>
          <p:cNvPr id="6" name="ZoneTexte 8"/>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t>Faculté de Médecine et Pharmacie</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Picture 2"/>
          <p:cNvPicPr>
            <a:picLocks noChangeAspect="1" noChangeArrowheads="1"/>
          </p:cNvPicPr>
          <p:nvPr/>
        </p:nvPicPr>
        <p:blipFill>
          <a:blip r:embed="rId4" cstate="print"/>
          <a:srcRect/>
          <a:stretch>
            <a:fillRect/>
          </a:stretch>
        </p:blipFill>
        <p:spPr bwMode="auto">
          <a:xfrm>
            <a:off x="511175" y="37836475"/>
            <a:ext cx="6286500" cy="2749550"/>
          </a:xfrm>
          <a:prstGeom prst="rect">
            <a:avLst/>
          </a:prstGeom>
          <a:noFill/>
          <a:ln w="9525">
            <a:noFill/>
            <a:miter lim="800000"/>
            <a:headEnd/>
            <a:tailEnd/>
          </a:ln>
        </p:spPr>
      </p:pic>
      <p:sp>
        <p:nvSpPr>
          <p:cNvPr id="3"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5"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0"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itre Polytech">
    <p:spTree>
      <p:nvGrpSpPr>
        <p:cNvPr id="1" name=""/>
        <p:cNvGrpSpPr/>
        <p:nvPr/>
      </p:nvGrpSpPr>
      <p:grpSpPr>
        <a:xfrm>
          <a:off x="0" y="0"/>
          <a:ext cx="0" cy="0"/>
          <a:chOff x="0" y="0"/>
          <a:chExt cx="0" cy="0"/>
        </a:xfrm>
      </p:grpSpPr>
      <p:pic>
        <p:nvPicPr>
          <p:cNvPr id="5" name="Picture 8"/>
          <p:cNvPicPr>
            <a:picLocks noChangeAspect="1" noChangeArrowheads="1"/>
          </p:cNvPicPr>
          <p:nvPr/>
        </p:nvPicPr>
        <p:blipFill>
          <a:blip r:embed="rId2" cstate="print"/>
          <a:srcRect/>
          <a:stretch>
            <a:fillRect/>
          </a:stretch>
        </p:blipFill>
        <p:spPr bwMode="auto">
          <a:xfrm>
            <a:off x="1022350" y="38347650"/>
            <a:ext cx="5111750" cy="1757363"/>
          </a:xfrm>
          <a:prstGeom prst="rect">
            <a:avLst/>
          </a:prstGeom>
          <a:noFill/>
          <a:ln w="9525">
            <a:noFill/>
            <a:miter lim="800000"/>
            <a:headEnd/>
            <a:tailEnd/>
          </a:ln>
        </p:spPr>
      </p:pic>
      <p:pic>
        <p:nvPicPr>
          <p:cNvPr id="6" name="Image 9" descr="étudiante_large.jpg"/>
          <p:cNvPicPr>
            <a:picLocks noChangeAspect="1"/>
          </p:cNvPicPr>
          <p:nvPr/>
        </p:nvPicPr>
        <p:blipFill>
          <a:blip r:embed="rId3" cstate="print">
            <a:lum bright="2000"/>
          </a:blip>
          <a:srcRect/>
          <a:stretch>
            <a:fillRect/>
          </a:stretch>
        </p:blipFill>
        <p:spPr bwMode="auto">
          <a:xfrm>
            <a:off x="7515225" y="2359025"/>
            <a:ext cx="22064663" cy="5513388"/>
          </a:xfrm>
          <a:prstGeom prst="rect">
            <a:avLst/>
          </a:prstGeom>
          <a:noFill/>
          <a:ln w="9525">
            <a:noFill/>
            <a:miter lim="800000"/>
            <a:headEnd/>
            <a:tailEnd/>
          </a:ln>
        </p:spPr>
      </p:pic>
      <p:sp>
        <p:nvSpPr>
          <p:cNvPr id="7" name="ZoneTexte 19"/>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t>Faculté Polytechnique</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8" name="Picture 1"/>
          <p:cNvPicPr>
            <a:picLocks noChangeAspect="1" noChangeArrowheads="1"/>
          </p:cNvPicPr>
          <p:nvPr/>
        </p:nvPicPr>
        <p:blipFill>
          <a:blip r:embed="rId4" cstate="print"/>
          <a:srcRect/>
          <a:stretch>
            <a:fillRect/>
          </a:stretch>
        </p:blipFill>
        <p:spPr bwMode="auto">
          <a:xfrm>
            <a:off x="823913" y="1066800"/>
            <a:ext cx="5602287" cy="2014538"/>
          </a:xfrm>
          <a:prstGeom prst="rect">
            <a:avLst/>
          </a:prstGeom>
          <a:noFill/>
          <a:ln w="9525">
            <a:noFill/>
            <a:miter lim="800000"/>
            <a:headEnd/>
            <a:tailEnd/>
          </a:ln>
        </p:spPr>
      </p:pic>
      <p:sp>
        <p:nvSpPr>
          <p:cNvPr id="12"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3"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4"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psycho &amp; sciences éducation">
    <p:spTree>
      <p:nvGrpSpPr>
        <p:cNvPr id="1" name=""/>
        <p:cNvGrpSpPr/>
        <p:nvPr/>
      </p:nvGrpSpPr>
      <p:grpSpPr>
        <a:xfrm>
          <a:off x="0" y="0"/>
          <a:ext cx="0" cy="0"/>
          <a:chOff x="0" y="0"/>
          <a:chExt cx="0" cy="0"/>
        </a:xfrm>
      </p:grpSpPr>
      <p:pic>
        <p:nvPicPr>
          <p:cNvPr id="5" name="Image 9" descr="passage_long.jpg"/>
          <p:cNvPicPr>
            <a:picLocks noChangeAspect="1"/>
          </p:cNvPicPr>
          <p:nvPr/>
        </p:nvPicPr>
        <p:blipFill>
          <a:blip r:embed="rId2" cstate="print">
            <a:lum bright="6000"/>
          </a:blip>
          <a:srcRect r="22485"/>
          <a:stretch>
            <a:fillRect/>
          </a:stretch>
        </p:blipFill>
        <p:spPr bwMode="auto">
          <a:xfrm>
            <a:off x="7508875" y="2376488"/>
            <a:ext cx="22044025" cy="5491162"/>
          </a:xfrm>
          <a:prstGeom prst="rect">
            <a:avLst/>
          </a:prstGeom>
          <a:noFill/>
          <a:ln w="9525">
            <a:noFill/>
            <a:miter lim="800000"/>
            <a:headEnd/>
            <a:tailEnd/>
          </a:ln>
        </p:spPr>
      </p:pic>
      <p:sp>
        <p:nvSpPr>
          <p:cNvPr id="6" name="ZoneTexte 22"/>
          <p:cNvSpPr txBox="1"/>
          <p:nvPr/>
        </p:nvSpPr>
        <p:spPr>
          <a:xfrm>
            <a:off x="7434263" y="1963738"/>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t>Faculté de Psychologie </a:t>
            </a:r>
            <a:b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br>
            <a: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t>et des Sciences de l’Education</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Image 9" descr="UMONS_Fac psy et siences educ_small.png"/>
          <p:cNvPicPr>
            <a:picLocks noChangeAspect="1"/>
          </p:cNvPicPr>
          <p:nvPr/>
        </p:nvPicPr>
        <p:blipFill>
          <a:blip r:embed="rId4" cstate="print"/>
          <a:srcRect/>
          <a:stretch>
            <a:fillRect/>
          </a:stretch>
        </p:blipFill>
        <p:spPr bwMode="auto">
          <a:xfrm>
            <a:off x="568325" y="37826950"/>
            <a:ext cx="6142038" cy="2727325"/>
          </a:xfrm>
          <a:prstGeom prst="rect">
            <a:avLst/>
          </a:prstGeom>
          <a:noFill/>
          <a:ln w="9525">
            <a:noFill/>
            <a:miter lim="800000"/>
            <a:headEnd/>
            <a:tailEnd/>
          </a:ln>
        </p:spPr>
      </p:pic>
      <p:sp>
        <p:nvSpPr>
          <p:cNvPr id="18"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9"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20"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itre Sciences">
    <p:spTree>
      <p:nvGrpSpPr>
        <p:cNvPr id="1" name=""/>
        <p:cNvGrpSpPr/>
        <p:nvPr/>
      </p:nvGrpSpPr>
      <p:grpSpPr>
        <a:xfrm>
          <a:off x="0" y="0"/>
          <a:ext cx="0" cy="0"/>
          <a:chOff x="0" y="0"/>
          <a:chExt cx="0" cy="0"/>
        </a:xfrm>
      </p:grpSpPr>
      <p:pic>
        <p:nvPicPr>
          <p:cNvPr id="5" name="Image 10" descr="sciences.jpg"/>
          <p:cNvPicPr>
            <a:picLocks noChangeAspect="1"/>
          </p:cNvPicPr>
          <p:nvPr/>
        </p:nvPicPr>
        <p:blipFill>
          <a:blip r:embed="rId2" cstate="print"/>
          <a:srcRect/>
          <a:stretch>
            <a:fillRect/>
          </a:stretch>
        </p:blipFill>
        <p:spPr bwMode="auto">
          <a:xfrm>
            <a:off x="7524750" y="2365375"/>
            <a:ext cx="22044025" cy="5519738"/>
          </a:xfrm>
          <a:prstGeom prst="rect">
            <a:avLst/>
          </a:prstGeom>
          <a:noFill/>
          <a:ln w="9525">
            <a:noFill/>
            <a:miter lim="800000"/>
            <a:headEnd/>
            <a:tailEnd/>
          </a:ln>
        </p:spPr>
      </p:pic>
      <p:sp>
        <p:nvSpPr>
          <p:cNvPr id="6" name="ZoneTexte 13"/>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rPr>
              <a:t>Faculté des Sciences</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Picture 1"/>
          <p:cNvPicPr>
            <a:picLocks noChangeAspect="1" noChangeArrowheads="1"/>
          </p:cNvPicPr>
          <p:nvPr/>
        </p:nvPicPr>
        <p:blipFill>
          <a:blip r:embed="rId4" cstate="print"/>
          <a:srcRect/>
          <a:stretch>
            <a:fillRect/>
          </a:stretch>
        </p:blipFill>
        <p:spPr bwMode="auto">
          <a:xfrm>
            <a:off x="803275" y="37801550"/>
            <a:ext cx="5776913" cy="2900363"/>
          </a:xfrm>
          <a:prstGeom prst="rect">
            <a:avLst/>
          </a:prstGeom>
          <a:noFill/>
          <a:ln w="9525">
            <a:noFill/>
            <a:miter lim="800000"/>
            <a:headEnd/>
            <a:tailEnd/>
          </a:ln>
        </p:spPr>
      </p:pic>
      <p:sp>
        <p:nvSpPr>
          <p:cNvPr id="17"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9"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20"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EII">
    <p:spTree>
      <p:nvGrpSpPr>
        <p:cNvPr id="1" name=""/>
        <p:cNvGrpSpPr/>
        <p:nvPr/>
      </p:nvGrpSpPr>
      <p:grpSpPr>
        <a:xfrm>
          <a:off x="0" y="0"/>
          <a:ext cx="0" cy="0"/>
          <a:chOff x="0" y="0"/>
          <a:chExt cx="0" cy="0"/>
        </a:xfrm>
      </p:grpSpPr>
      <p:pic>
        <p:nvPicPr>
          <p:cNvPr id="5" name="Image 22" descr="fti_eii.jpg"/>
          <p:cNvPicPr>
            <a:picLocks noChangeAspect="1"/>
          </p:cNvPicPr>
          <p:nvPr/>
        </p:nvPicPr>
        <p:blipFill>
          <a:blip r:embed="rId2" cstate="print"/>
          <a:srcRect/>
          <a:stretch>
            <a:fillRect/>
          </a:stretch>
        </p:blipFill>
        <p:spPr bwMode="auto">
          <a:xfrm>
            <a:off x="7539038" y="2379663"/>
            <a:ext cx="22067837" cy="5526087"/>
          </a:xfrm>
          <a:prstGeom prst="rect">
            <a:avLst/>
          </a:prstGeom>
          <a:noFill/>
          <a:ln w="9525">
            <a:noFill/>
            <a:miter lim="800000"/>
            <a:headEnd/>
            <a:tailEnd/>
          </a:ln>
        </p:spPr>
      </p:pic>
      <p:sp>
        <p:nvSpPr>
          <p:cNvPr id="6" name="ZoneTexte 16"/>
          <p:cNvSpPr txBox="1"/>
          <p:nvPr/>
        </p:nvSpPr>
        <p:spPr>
          <a:xfrm>
            <a:off x="7434263" y="1985963"/>
            <a:ext cx="22107525" cy="5803900"/>
          </a:xfrm>
          <a:prstGeom prst="rect">
            <a:avLst/>
          </a:prstGeom>
          <a:effectLst>
            <a:outerShdw blurRad="50800" dist="38100" dir="2700000" algn="tl" rotWithShape="0">
              <a:prstClr val="black"/>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300">
                <a:solidFill>
                  <a:schemeClr val="bg1"/>
                </a:solidFill>
                <a:effectLst>
                  <a:outerShdw blurRad="127000" dist="38100" dir="2700000" algn="tl" rotWithShape="0">
                    <a:prstClr val="black">
                      <a:alpha val="65000"/>
                    </a:prstClr>
                  </a:outerShdw>
                </a:effectLst>
                <a:latin typeface="Calibri" pitchFamily="34" charset="0"/>
                <a:ea typeface="Calibri" pitchFamily="34" charset="0"/>
                <a:cs typeface="Times New Roman" pitchFamily="18" charset="0"/>
              </a:rPr>
              <a:t>Faculté de Traduction </a:t>
            </a:r>
            <a:br>
              <a:rPr lang="fr-FR" sz="11300">
                <a:solidFill>
                  <a:schemeClr val="bg1"/>
                </a:solidFill>
                <a:effectLst>
                  <a:outerShdw blurRad="127000" dist="38100" dir="2700000" algn="tl" rotWithShape="0">
                    <a:prstClr val="black">
                      <a:alpha val="65000"/>
                    </a:prstClr>
                  </a:outerShdw>
                </a:effectLst>
                <a:latin typeface="Calibri" pitchFamily="34" charset="0"/>
                <a:ea typeface="Calibri" pitchFamily="34" charset="0"/>
                <a:cs typeface="Times New Roman" pitchFamily="18" charset="0"/>
              </a:rPr>
            </a:br>
            <a:r>
              <a:rPr lang="fr-FR" sz="11300">
                <a:solidFill>
                  <a:schemeClr val="bg1"/>
                </a:solidFill>
                <a:effectLst>
                  <a:outerShdw blurRad="127000" dist="38100" dir="2700000" algn="tl" rotWithShape="0">
                    <a:prstClr val="black">
                      <a:alpha val="65000"/>
                    </a:prstClr>
                  </a:outerShdw>
                </a:effectLst>
                <a:latin typeface="Calibri" pitchFamily="34" charset="0"/>
                <a:ea typeface="Calibri" pitchFamily="34" charset="0"/>
                <a:cs typeface="Times New Roman" pitchFamily="18" charset="0"/>
              </a:rPr>
              <a:t>et d’Interprétation</a:t>
            </a:r>
            <a:endParaRPr lang="fr-BE" sz="11300">
              <a:solidFill>
                <a:schemeClr val="bg1"/>
              </a:solidFill>
              <a:effectLst>
                <a:outerShdw blurRad="127000" dist="38100" dir="2700000" algn="tl" rotWithShape="0">
                  <a:prstClr val="black">
                    <a:alpha val="65000"/>
                  </a:prst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Picture 1"/>
          <p:cNvPicPr>
            <a:picLocks noChangeAspect="1" noChangeArrowheads="1"/>
          </p:cNvPicPr>
          <p:nvPr/>
        </p:nvPicPr>
        <p:blipFill>
          <a:blip r:embed="rId4" cstate="print"/>
          <a:srcRect/>
          <a:stretch>
            <a:fillRect/>
          </a:stretch>
        </p:blipFill>
        <p:spPr bwMode="auto">
          <a:xfrm>
            <a:off x="130175" y="37885688"/>
            <a:ext cx="6999288" cy="2847975"/>
          </a:xfrm>
          <a:prstGeom prst="rect">
            <a:avLst/>
          </a:prstGeom>
          <a:noFill/>
          <a:ln w="9525">
            <a:noFill/>
            <a:miter lim="800000"/>
            <a:headEnd/>
            <a:tailEnd/>
          </a:ln>
        </p:spPr>
      </p:pic>
      <p:sp>
        <p:nvSpPr>
          <p:cNvPr id="19"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20"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21"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itre Warocqué">
    <p:spTree>
      <p:nvGrpSpPr>
        <p:cNvPr id="1" name=""/>
        <p:cNvGrpSpPr/>
        <p:nvPr/>
      </p:nvGrpSpPr>
      <p:grpSpPr>
        <a:xfrm>
          <a:off x="0" y="0"/>
          <a:ext cx="0" cy="0"/>
          <a:chOff x="0" y="0"/>
          <a:chExt cx="0" cy="0"/>
        </a:xfrm>
      </p:grpSpPr>
      <p:pic>
        <p:nvPicPr>
          <p:cNvPr id="5" name="Image 8" descr="warocque.PNG"/>
          <p:cNvPicPr>
            <a:picLocks noChangeAspect="1"/>
          </p:cNvPicPr>
          <p:nvPr/>
        </p:nvPicPr>
        <p:blipFill>
          <a:blip r:embed="rId2" cstate="print"/>
          <a:srcRect/>
          <a:stretch>
            <a:fillRect/>
          </a:stretch>
        </p:blipFill>
        <p:spPr bwMode="auto">
          <a:xfrm>
            <a:off x="2273300" y="37187188"/>
            <a:ext cx="3405188" cy="3186112"/>
          </a:xfrm>
          <a:prstGeom prst="rect">
            <a:avLst/>
          </a:prstGeom>
          <a:noFill/>
          <a:ln w="9525">
            <a:noFill/>
            <a:miter lim="800000"/>
            <a:headEnd/>
            <a:tailEnd/>
          </a:ln>
        </p:spPr>
      </p:pic>
      <p:pic>
        <p:nvPicPr>
          <p:cNvPr id="6" name="Image 9" descr="warocque_etudiants_large.jpg"/>
          <p:cNvPicPr>
            <a:picLocks noChangeAspect="1"/>
          </p:cNvPicPr>
          <p:nvPr/>
        </p:nvPicPr>
        <p:blipFill>
          <a:blip r:embed="rId3" cstate="print">
            <a:lum bright="8000"/>
          </a:blip>
          <a:srcRect/>
          <a:stretch>
            <a:fillRect/>
          </a:stretch>
        </p:blipFill>
        <p:spPr bwMode="auto">
          <a:xfrm>
            <a:off x="7527925" y="2365375"/>
            <a:ext cx="22034500" cy="5513388"/>
          </a:xfrm>
          <a:prstGeom prst="rect">
            <a:avLst/>
          </a:prstGeom>
          <a:noFill/>
          <a:ln w="9525">
            <a:noFill/>
            <a:miter lim="800000"/>
            <a:headEnd/>
            <a:tailEnd/>
          </a:ln>
        </p:spPr>
      </p:pic>
      <p:sp>
        <p:nvSpPr>
          <p:cNvPr id="7" name="ZoneTexte 12"/>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228600" dist="38100" dir="2700000" algn="tl" rotWithShape="0">
                    <a:prstClr val="black">
                      <a:alpha val="69000"/>
                    </a:prstClr>
                  </a:outerShdw>
                </a:effectLst>
                <a:latin typeface="Calibri" pitchFamily="34" charset="0"/>
                <a:ea typeface="Calibri" pitchFamily="34" charset="0"/>
                <a:cs typeface="Times New Roman" pitchFamily="18" charset="0"/>
              </a:rPr>
              <a:t>Faculté Warocqué</a:t>
            </a:r>
          </a:p>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228600" dist="38100" dir="2700000" algn="tl" rotWithShape="0">
                    <a:prstClr val="black">
                      <a:alpha val="69000"/>
                    </a:prstClr>
                  </a:outerShdw>
                </a:effectLst>
                <a:latin typeface="Calibri" pitchFamily="34" charset="0"/>
                <a:ea typeface="Calibri" pitchFamily="34" charset="0"/>
                <a:cs typeface="Times New Roman" pitchFamily="18" charset="0"/>
              </a:rPr>
              <a:t>   d’Economie et de Gestion</a:t>
            </a:r>
            <a:endParaRPr lang="fr-BE" sz="11800">
              <a:solidFill>
                <a:schemeClr val="bg1"/>
              </a:solidFill>
              <a:effectLst>
                <a:outerShdw blurRad="228600" dist="38100" dir="2700000" algn="tl" rotWithShape="0">
                  <a:prstClr val="black">
                    <a:alpha val="69000"/>
                  </a:prstClr>
                </a:outerShdw>
              </a:effectLst>
              <a:latin typeface="Calibri" pitchFamily="34" charset="0"/>
              <a:ea typeface="Calibri" pitchFamily="34" charset="0"/>
              <a:cs typeface="Times New Roman" pitchFamily="18" charset="0"/>
            </a:endParaRPr>
          </a:p>
        </p:txBody>
      </p:sp>
      <p:pic>
        <p:nvPicPr>
          <p:cNvPr id="8" name="Picture 1"/>
          <p:cNvPicPr>
            <a:picLocks noChangeAspect="1" noChangeArrowheads="1"/>
          </p:cNvPicPr>
          <p:nvPr/>
        </p:nvPicPr>
        <p:blipFill>
          <a:blip r:embed="rId4" cstate="print"/>
          <a:srcRect/>
          <a:stretch>
            <a:fillRect/>
          </a:stretch>
        </p:blipFill>
        <p:spPr bwMode="auto">
          <a:xfrm>
            <a:off x="823913" y="1066800"/>
            <a:ext cx="5602287" cy="2014538"/>
          </a:xfrm>
          <a:prstGeom prst="rect">
            <a:avLst/>
          </a:prstGeom>
          <a:noFill/>
          <a:ln w="9525">
            <a:noFill/>
            <a:miter lim="800000"/>
            <a:headEnd/>
            <a:tailEnd/>
          </a:ln>
        </p:spPr>
      </p:pic>
      <p:sp>
        <p:nvSpPr>
          <p:cNvPr id="14"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7"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9"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re ISL">
    <p:spTree>
      <p:nvGrpSpPr>
        <p:cNvPr id="1" name=""/>
        <p:cNvGrpSpPr/>
        <p:nvPr/>
      </p:nvGrpSpPr>
      <p:grpSpPr>
        <a:xfrm>
          <a:off x="0" y="0"/>
          <a:ext cx="0" cy="0"/>
          <a:chOff x="0" y="0"/>
          <a:chExt cx="0" cy="0"/>
        </a:xfrm>
      </p:grpSpPr>
      <p:pic>
        <p:nvPicPr>
          <p:cNvPr id="5" name="Image 8" descr="sciences du langage.PNG"/>
          <p:cNvPicPr>
            <a:picLocks noChangeAspect="1"/>
          </p:cNvPicPr>
          <p:nvPr/>
        </p:nvPicPr>
        <p:blipFill>
          <a:blip r:embed="rId2" cstate="print"/>
          <a:srcRect/>
          <a:stretch>
            <a:fillRect/>
          </a:stretch>
        </p:blipFill>
        <p:spPr bwMode="auto">
          <a:xfrm>
            <a:off x="1465263" y="37161788"/>
            <a:ext cx="4322762" cy="3276600"/>
          </a:xfrm>
          <a:prstGeom prst="rect">
            <a:avLst/>
          </a:prstGeom>
          <a:noFill/>
          <a:ln w="9525">
            <a:noFill/>
            <a:miter lim="800000"/>
            <a:headEnd/>
            <a:tailEnd/>
          </a:ln>
        </p:spPr>
      </p:pic>
      <p:pic>
        <p:nvPicPr>
          <p:cNvPr id="6" name="Image 9" descr="phonétique_analyse_large.jpg"/>
          <p:cNvPicPr>
            <a:picLocks noChangeAspect="1"/>
          </p:cNvPicPr>
          <p:nvPr/>
        </p:nvPicPr>
        <p:blipFill>
          <a:blip r:embed="rId3" cstate="print"/>
          <a:srcRect/>
          <a:stretch>
            <a:fillRect/>
          </a:stretch>
        </p:blipFill>
        <p:spPr bwMode="auto">
          <a:xfrm>
            <a:off x="7519988" y="2376488"/>
            <a:ext cx="22042437" cy="5510212"/>
          </a:xfrm>
          <a:prstGeom prst="rect">
            <a:avLst/>
          </a:prstGeom>
          <a:noFill/>
          <a:ln w="9525">
            <a:noFill/>
            <a:miter lim="800000"/>
            <a:headEnd/>
            <a:tailEnd/>
          </a:ln>
        </p:spPr>
      </p:pic>
      <p:sp>
        <p:nvSpPr>
          <p:cNvPr id="7" name="ZoneTexte 12"/>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latin typeface="Calibri" pitchFamily="34" charset="0"/>
                <a:ea typeface="Calibri" pitchFamily="34" charset="0"/>
                <a:cs typeface="Times New Roman" pitchFamily="18" charset="0"/>
              </a:rPr>
              <a:t>Institut des Sciences du Langage</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8" name="Picture 1"/>
          <p:cNvPicPr>
            <a:picLocks noChangeAspect="1" noChangeArrowheads="1"/>
          </p:cNvPicPr>
          <p:nvPr/>
        </p:nvPicPr>
        <p:blipFill>
          <a:blip r:embed="rId4" cstate="print"/>
          <a:srcRect/>
          <a:stretch>
            <a:fillRect/>
          </a:stretch>
        </p:blipFill>
        <p:spPr bwMode="auto">
          <a:xfrm>
            <a:off x="823913" y="1066800"/>
            <a:ext cx="5602287" cy="2014538"/>
          </a:xfrm>
          <a:prstGeom prst="rect">
            <a:avLst/>
          </a:prstGeom>
          <a:noFill/>
          <a:ln w="9525">
            <a:noFill/>
            <a:miter lim="800000"/>
            <a:headEnd/>
            <a:tailEnd/>
          </a:ln>
        </p:spPr>
      </p:pic>
      <p:sp>
        <p:nvSpPr>
          <p:cNvPr id="14"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7"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9"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re Droit">
    <p:spTree>
      <p:nvGrpSpPr>
        <p:cNvPr id="1" name=""/>
        <p:cNvGrpSpPr/>
        <p:nvPr/>
      </p:nvGrpSpPr>
      <p:grpSpPr>
        <a:xfrm>
          <a:off x="0" y="0"/>
          <a:ext cx="0" cy="0"/>
          <a:chOff x="0" y="0"/>
          <a:chExt cx="0" cy="0"/>
        </a:xfrm>
      </p:grpSpPr>
      <p:pic>
        <p:nvPicPr>
          <p:cNvPr id="5" name="Picture 1"/>
          <p:cNvPicPr>
            <a:picLocks noChangeAspect="1" noChangeArrowheads="1"/>
          </p:cNvPicPr>
          <p:nvPr/>
        </p:nvPicPr>
        <p:blipFill>
          <a:blip r:embed="rId2" cstate="print"/>
          <a:srcRect/>
          <a:stretch>
            <a:fillRect/>
          </a:stretch>
        </p:blipFill>
        <p:spPr bwMode="auto">
          <a:xfrm>
            <a:off x="2303463" y="37053838"/>
            <a:ext cx="2736850" cy="3290887"/>
          </a:xfrm>
          <a:prstGeom prst="rect">
            <a:avLst/>
          </a:prstGeom>
          <a:noFill/>
          <a:ln w="9525">
            <a:noFill/>
            <a:miter lim="800000"/>
            <a:headEnd/>
            <a:tailEnd/>
          </a:ln>
        </p:spPr>
      </p:pic>
      <p:pic>
        <p:nvPicPr>
          <p:cNvPr id="6" name="Image 9" descr="sciences_etudiants_large.jpg"/>
          <p:cNvPicPr>
            <a:picLocks noChangeAspect="1"/>
          </p:cNvPicPr>
          <p:nvPr/>
        </p:nvPicPr>
        <p:blipFill>
          <a:blip r:embed="rId3" cstate="print">
            <a:lum bright="14000"/>
          </a:blip>
          <a:srcRect/>
          <a:stretch>
            <a:fillRect/>
          </a:stretch>
        </p:blipFill>
        <p:spPr bwMode="auto">
          <a:xfrm>
            <a:off x="7529513" y="2357438"/>
            <a:ext cx="22050375" cy="5510212"/>
          </a:xfrm>
          <a:prstGeom prst="rect">
            <a:avLst/>
          </a:prstGeom>
          <a:noFill/>
          <a:ln w="9525">
            <a:noFill/>
            <a:miter lim="800000"/>
            <a:headEnd/>
            <a:tailEnd/>
          </a:ln>
        </p:spPr>
      </p:pic>
      <p:sp>
        <p:nvSpPr>
          <p:cNvPr id="7" name="ZoneTexte 12"/>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latin typeface="Calibri" pitchFamily="34" charset="0"/>
                <a:ea typeface="Calibri" pitchFamily="34" charset="0"/>
                <a:cs typeface="Times New Roman" pitchFamily="18" charset="0"/>
              </a:rPr>
              <a:t>Institut des Sciences Juridiques</a:t>
            </a:r>
            <a:endParaRPr lang="fr-BE" sz="11800">
              <a:solidFill>
                <a:schemeClr val="bg1"/>
              </a:solidFill>
              <a:effectLst>
                <a:outerShdw blurRad="38100" dist="38100" dir="2700000" algn="tl">
                  <a:srgbClr val="000000">
                    <a:alpha val="43137"/>
                  </a:srgbClr>
                </a:outerShdw>
              </a:effectLst>
              <a:latin typeface="Calibri" pitchFamily="34" charset="0"/>
              <a:ea typeface="Calibri" pitchFamily="34" charset="0"/>
              <a:cs typeface="Times New Roman" pitchFamily="18" charset="0"/>
            </a:endParaRPr>
          </a:p>
        </p:txBody>
      </p:sp>
      <p:pic>
        <p:nvPicPr>
          <p:cNvPr id="8" name="Picture 1"/>
          <p:cNvPicPr>
            <a:picLocks noChangeAspect="1" noChangeArrowheads="1"/>
          </p:cNvPicPr>
          <p:nvPr/>
        </p:nvPicPr>
        <p:blipFill>
          <a:blip r:embed="rId4" cstate="print"/>
          <a:srcRect/>
          <a:stretch>
            <a:fillRect/>
          </a:stretch>
        </p:blipFill>
        <p:spPr bwMode="auto">
          <a:xfrm>
            <a:off x="823913" y="1066800"/>
            <a:ext cx="5602287" cy="2014538"/>
          </a:xfrm>
          <a:prstGeom prst="rect">
            <a:avLst/>
          </a:prstGeom>
          <a:noFill/>
          <a:ln w="9525">
            <a:noFill/>
            <a:miter lim="800000"/>
            <a:headEnd/>
            <a:tailEnd/>
          </a:ln>
        </p:spPr>
      </p:pic>
      <p:sp>
        <p:nvSpPr>
          <p:cNvPr id="14"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7"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9"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SHS">
    <p:spTree>
      <p:nvGrpSpPr>
        <p:cNvPr id="1" name=""/>
        <p:cNvGrpSpPr/>
        <p:nvPr/>
      </p:nvGrpSpPr>
      <p:grpSpPr>
        <a:xfrm>
          <a:off x="0" y="0"/>
          <a:ext cx="0" cy="0"/>
          <a:chOff x="0" y="0"/>
          <a:chExt cx="0" cy="0"/>
        </a:xfrm>
      </p:grpSpPr>
      <p:pic>
        <p:nvPicPr>
          <p:cNvPr id="5" name="Image 9" descr="shs.jpg"/>
          <p:cNvPicPr>
            <a:picLocks noChangeAspect="1"/>
          </p:cNvPicPr>
          <p:nvPr/>
        </p:nvPicPr>
        <p:blipFill>
          <a:blip r:embed="rId2" cstate="print">
            <a:lum bright="10000"/>
          </a:blip>
          <a:srcRect/>
          <a:stretch>
            <a:fillRect/>
          </a:stretch>
        </p:blipFill>
        <p:spPr bwMode="auto">
          <a:xfrm>
            <a:off x="7529513" y="2393950"/>
            <a:ext cx="22039262" cy="5510213"/>
          </a:xfrm>
          <a:prstGeom prst="rect">
            <a:avLst/>
          </a:prstGeom>
          <a:noFill/>
          <a:ln w="9525">
            <a:noFill/>
            <a:miter lim="800000"/>
            <a:headEnd/>
            <a:tailEnd/>
          </a:ln>
        </p:spPr>
      </p:pic>
      <p:sp>
        <p:nvSpPr>
          <p:cNvPr id="6" name="ZoneTexte 16"/>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203200" dist="38100" dir="2700000" algn="tl" rotWithShape="0">
                    <a:prstClr val="black">
                      <a:alpha val="91000"/>
                    </a:prstClr>
                  </a:outerShdw>
                </a:effectLst>
                <a:latin typeface="Calibri" pitchFamily="34" charset="0"/>
                <a:ea typeface="Calibri" pitchFamily="34" charset="0"/>
                <a:cs typeface="Times New Roman" pitchFamily="18" charset="0"/>
              </a:rPr>
              <a:t>Institut des Sciences </a:t>
            </a:r>
          </a:p>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203200" dist="38100" dir="2700000" algn="tl" rotWithShape="0">
                    <a:prstClr val="black">
                      <a:alpha val="91000"/>
                    </a:prstClr>
                  </a:outerShdw>
                </a:effectLst>
                <a:latin typeface="Calibri" pitchFamily="34" charset="0"/>
                <a:ea typeface="Calibri" pitchFamily="34" charset="0"/>
                <a:cs typeface="Times New Roman" pitchFamily="18" charset="0"/>
              </a:rPr>
              <a:t>	Humaines et Sociales</a:t>
            </a:r>
            <a:endParaRPr lang="fr-BE" sz="11800">
              <a:solidFill>
                <a:schemeClr val="bg1"/>
              </a:solidFill>
              <a:effectLst>
                <a:outerShdw blurRad="203200" dist="38100" dir="2700000" algn="tl" rotWithShape="0">
                  <a:prstClr val="black">
                    <a:alpha val="91000"/>
                  </a:prst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703263" y="37931725"/>
            <a:ext cx="5522912" cy="2563813"/>
          </a:xfrm>
          <a:prstGeom prst="rect">
            <a:avLst/>
          </a:prstGeom>
          <a:noFill/>
          <a:ln w="9525">
            <a:noFill/>
            <a:miter lim="800000"/>
            <a:headEnd/>
            <a:tailEnd/>
          </a:ln>
        </p:spPr>
      </p:pic>
      <p:sp>
        <p:nvSpPr>
          <p:cNvPr id="19"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20"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21"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Architecture">
    <p:spTree>
      <p:nvGrpSpPr>
        <p:cNvPr id="1" name=""/>
        <p:cNvGrpSpPr/>
        <p:nvPr/>
      </p:nvGrpSpPr>
      <p:grpSpPr>
        <a:xfrm>
          <a:off x="0" y="0"/>
          <a:ext cx="0" cy="0"/>
          <a:chOff x="0" y="0"/>
          <a:chExt cx="0" cy="0"/>
        </a:xfrm>
      </p:grpSpPr>
      <p:pic>
        <p:nvPicPr>
          <p:cNvPr id="5" name="Image 8" descr="archi_large4.jpg"/>
          <p:cNvPicPr>
            <a:picLocks noChangeAspect="1"/>
          </p:cNvPicPr>
          <p:nvPr/>
        </p:nvPicPr>
        <p:blipFill>
          <a:blip r:embed="rId2" cstate="print"/>
          <a:srcRect/>
          <a:stretch>
            <a:fillRect/>
          </a:stretch>
        </p:blipFill>
        <p:spPr bwMode="auto">
          <a:xfrm>
            <a:off x="7537450" y="2381250"/>
            <a:ext cx="21993225" cy="5502275"/>
          </a:xfrm>
          <a:prstGeom prst="rect">
            <a:avLst/>
          </a:prstGeom>
          <a:noFill/>
          <a:ln w="9525">
            <a:noFill/>
            <a:miter lim="800000"/>
            <a:headEnd/>
            <a:tailEnd/>
          </a:ln>
        </p:spPr>
      </p:pic>
      <p:sp>
        <p:nvSpPr>
          <p:cNvPr id="6" name="ZoneTexte 12"/>
          <p:cNvSpPr txBox="1"/>
          <p:nvPr/>
        </p:nvSpPr>
        <p:spPr>
          <a:xfrm>
            <a:off x="7434263" y="1985963"/>
            <a:ext cx="22107525" cy="5803900"/>
          </a:xfrm>
          <a:prstGeom prst="rect">
            <a:avLst/>
          </a:prstGeom>
          <a:effectLst>
            <a:outerShdw blurRad="50800" dist="38100" dir="2700000" algn="tl" rotWithShape="0">
              <a:prstClr val="black">
                <a:alpha val="40000"/>
              </a:prstClr>
            </a:outerShdw>
          </a:effectLst>
        </p:spPr>
        <p:txBody>
          <a:bodyPr wrap="none" lIns="417508" tIns="208756" rIns="417508" bIns="208756">
            <a:normAutofit/>
          </a:bodyPr>
          <a:lstStyle/>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139700" dist="38100" dir="2700000" algn="tl" rotWithShape="0">
                    <a:prstClr val="black">
                      <a:alpha val="84000"/>
                    </a:prstClr>
                  </a:outerShdw>
                </a:effectLst>
                <a:latin typeface="Calibri" pitchFamily="34" charset="0"/>
                <a:ea typeface="Calibri" pitchFamily="34" charset="0"/>
                <a:cs typeface="Times New Roman" pitchFamily="18" charset="0"/>
              </a:rPr>
              <a:t>Faculté d’Architecture</a:t>
            </a:r>
          </a:p>
          <a:p>
            <a:pPr marL="1565656" indent="-1565656" defTabSz="4176431" fontAlgn="auto">
              <a:spcBef>
                <a:spcPts val="0"/>
              </a:spcBef>
              <a:spcAft>
                <a:spcPts val="0"/>
              </a:spcAft>
              <a:buFont typeface="Arial" pitchFamily="34" charset="0"/>
              <a:buNone/>
              <a:defRPr/>
            </a:pPr>
            <a:r>
              <a:rPr lang="fr-FR" sz="11800">
                <a:solidFill>
                  <a:schemeClr val="bg1"/>
                </a:solidFill>
                <a:effectLst>
                  <a:outerShdw blurRad="139700" dist="38100" dir="2700000" algn="tl" rotWithShape="0">
                    <a:prstClr val="black">
                      <a:alpha val="84000"/>
                    </a:prstClr>
                  </a:outerShdw>
                </a:effectLst>
                <a:latin typeface="Calibri" pitchFamily="34" charset="0"/>
                <a:ea typeface="Calibri" pitchFamily="34" charset="0"/>
                <a:cs typeface="Times New Roman" pitchFamily="18" charset="0"/>
              </a:rPr>
              <a:t>                                et d’Urbanisme</a:t>
            </a:r>
            <a:endParaRPr lang="fr-BE" sz="11800">
              <a:solidFill>
                <a:schemeClr val="bg1"/>
              </a:solidFill>
              <a:effectLst>
                <a:outerShdw blurRad="139700" dist="38100" dir="2700000" algn="tl" rotWithShape="0">
                  <a:prstClr val="black">
                    <a:alpha val="84000"/>
                  </a:prstClr>
                </a:outerShdw>
              </a:effectLst>
              <a:latin typeface="Calibri" pitchFamily="34" charset="0"/>
              <a:ea typeface="Calibri" pitchFamily="34" charset="0"/>
              <a:cs typeface="Times New Roman" pitchFamily="18" charset="0"/>
            </a:endParaRPr>
          </a:p>
          <a:p>
            <a:pPr marL="1565656" indent="-1565656" defTabSz="4176431" fontAlgn="auto">
              <a:spcBef>
                <a:spcPts val="0"/>
              </a:spcBef>
              <a:spcAft>
                <a:spcPts val="0"/>
              </a:spcAft>
              <a:buFont typeface="Arial" pitchFamily="34" charset="0"/>
              <a:buNone/>
              <a:defRPr/>
            </a:pPr>
            <a:endParaRPr lang="fr-BE" sz="11800">
              <a:solidFill>
                <a:schemeClr val="bg1"/>
              </a:solidFill>
              <a:effectLst>
                <a:outerShdw blurRad="50800" dist="38100" dir="2700000" algn="tl" rotWithShape="0">
                  <a:prstClr val="black">
                    <a:alpha val="40000"/>
                  </a:prstClr>
                </a:outerShdw>
              </a:effectLst>
              <a:latin typeface="Calibri" pitchFamily="34" charset="0"/>
              <a:ea typeface="Calibri" pitchFamily="34" charset="0"/>
              <a:cs typeface="Times New Roman" pitchFamily="18" charset="0"/>
            </a:endParaRPr>
          </a:p>
        </p:txBody>
      </p:sp>
      <p:pic>
        <p:nvPicPr>
          <p:cNvPr id="7"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8" name="Picture 1"/>
          <p:cNvPicPr>
            <a:picLocks noChangeAspect="1" noChangeArrowheads="1"/>
          </p:cNvPicPr>
          <p:nvPr/>
        </p:nvPicPr>
        <p:blipFill>
          <a:blip r:embed="rId4" cstate="print"/>
          <a:srcRect/>
          <a:stretch>
            <a:fillRect/>
          </a:stretch>
        </p:blipFill>
        <p:spPr bwMode="auto">
          <a:xfrm>
            <a:off x="546100" y="37769800"/>
            <a:ext cx="6067425" cy="2933700"/>
          </a:xfrm>
          <a:prstGeom prst="rect">
            <a:avLst/>
          </a:prstGeom>
          <a:noFill/>
          <a:ln w="9525">
            <a:noFill/>
            <a:miter lim="800000"/>
            <a:headEnd/>
            <a:tailEnd/>
          </a:ln>
        </p:spPr>
      </p:pic>
      <p:sp>
        <p:nvSpPr>
          <p:cNvPr id="14"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7"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9"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9"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re Services généraux">
    <p:spTree>
      <p:nvGrpSpPr>
        <p:cNvPr id="1" name=""/>
        <p:cNvGrpSpPr/>
        <p:nvPr/>
      </p:nvGrpSpPr>
      <p:grpSpPr>
        <a:xfrm>
          <a:off x="0" y="0"/>
          <a:ext cx="0" cy="0"/>
          <a:chOff x="0" y="0"/>
          <a:chExt cx="0" cy="0"/>
        </a:xfrm>
      </p:grpSpPr>
      <p:pic>
        <p:nvPicPr>
          <p:cNvPr id="5" name="Image 8" descr="archi_large4.jpg"/>
          <p:cNvPicPr>
            <a:picLocks noChangeAspect="1"/>
          </p:cNvPicPr>
          <p:nvPr/>
        </p:nvPicPr>
        <p:blipFill>
          <a:blip r:embed="rId2" cstate="print"/>
          <a:srcRect/>
          <a:stretch>
            <a:fillRect/>
          </a:stretch>
        </p:blipFill>
        <p:spPr bwMode="auto">
          <a:xfrm>
            <a:off x="7537450" y="2381250"/>
            <a:ext cx="21993225" cy="5502275"/>
          </a:xfrm>
          <a:prstGeom prst="rect">
            <a:avLst/>
          </a:prstGeom>
          <a:noFill/>
          <a:ln w="9525">
            <a:noFill/>
            <a:miter lim="800000"/>
            <a:headEnd/>
            <a:tailEnd/>
          </a:ln>
        </p:spPr>
      </p:pic>
      <p:pic>
        <p:nvPicPr>
          <p:cNvPr id="6" name="Picture 1"/>
          <p:cNvPicPr>
            <a:picLocks noChangeAspect="1" noChangeArrowheads="1"/>
          </p:cNvPicPr>
          <p:nvPr/>
        </p:nvPicPr>
        <p:blipFill>
          <a:blip r:embed="rId3" cstate="print"/>
          <a:srcRect/>
          <a:stretch>
            <a:fillRect/>
          </a:stretch>
        </p:blipFill>
        <p:spPr bwMode="auto">
          <a:xfrm>
            <a:off x="823913" y="1066800"/>
            <a:ext cx="5602287" cy="2014538"/>
          </a:xfrm>
          <a:prstGeom prst="rect">
            <a:avLst/>
          </a:prstGeom>
          <a:noFill/>
          <a:ln w="9525">
            <a:noFill/>
            <a:miter lim="800000"/>
            <a:headEnd/>
            <a:tailEnd/>
          </a:ln>
        </p:spPr>
      </p:pic>
      <p:pic>
        <p:nvPicPr>
          <p:cNvPr id="7" name="Picture 2" descr="Bannière"/>
          <p:cNvPicPr>
            <a:picLocks noChangeAspect="1" noChangeArrowheads="1"/>
          </p:cNvPicPr>
          <p:nvPr/>
        </p:nvPicPr>
        <p:blipFill>
          <a:blip r:embed="rId4" cstate="print"/>
          <a:srcRect/>
          <a:stretch>
            <a:fillRect/>
          </a:stretch>
        </p:blipFill>
        <p:spPr bwMode="auto">
          <a:xfrm>
            <a:off x="7564438" y="2365375"/>
            <a:ext cx="21953537" cy="5513388"/>
          </a:xfrm>
          <a:prstGeom prst="rect">
            <a:avLst/>
          </a:prstGeom>
          <a:noFill/>
          <a:ln w="9525">
            <a:noFill/>
            <a:miter lim="800000"/>
            <a:headEnd/>
            <a:tailEnd/>
          </a:ln>
        </p:spPr>
      </p:pic>
      <p:sp>
        <p:nvSpPr>
          <p:cNvPr id="14" name="Sous-titre 2"/>
          <p:cNvSpPr>
            <a:spLocks noGrp="1"/>
          </p:cNvSpPr>
          <p:nvPr>
            <p:ph type="subTitle" idx="1"/>
          </p:nvPr>
        </p:nvSpPr>
        <p:spPr>
          <a:xfrm>
            <a:off x="7214327" y="11235599"/>
            <a:ext cx="22493578" cy="1910501"/>
          </a:xfrm>
        </p:spPr>
        <p:txBody>
          <a:bodyPr>
            <a:noAutofit/>
          </a:bodyPr>
          <a:lstStyle>
            <a:lvl1pPr marL="1565656" indent="-1565656" algn="l">
              <a:buNone/>
              <a:defRPr kumimoji="0" lang="fr-BE" sz="10500" b="0" i="0" u="none" strike="noStrike" kern="1200" cap="none" spc="0" normalizeH="0" baseline="0" noProof="0" dirty="0" smtClean="0">
                <a:ln>
                  <a:noFill/>
                </a:ln>
                <a:solidFill>
                  <a:srgbClr val="454545"/>
                </a:solidFill>
                <a:effectLst/>
                <a:uLnTx/>
                <a:uFillTx/>
                <a:latin typeface="Calibri" pitchFamily="34" charset="0"/>
                <a:ea typeface="Calibri" pitchFamily="34" charset="0"/>
                <a:cs typeface="Times New Roman" pitchFamily="18" charset="0"/>
              </a:defRPr>
            </a:lvl1pPr>
            <a:lvl2pPr marL="2087542" indent="0" algn="ctr">
              <a:buNone/>
              <a:defRPr>
                <a:solidFill>
                  <a:schemeClr val="tx1">
                    <a:tint val="75000"/>
                  </a:schemeClr>
                </a:solidFill>
              </a:defRPr>
            </a:lvl2pPr>
            <a:lvl3pPr marL="4175088" indent="0" algn="ctr">
              <a:buNone/>
              <a:defRPr>
                <a:solidFill>
                  <a:schemeClr val="tx1">
                    <a:tint val="75000"/>
                  </a:schemeClr>
                </a:solidFill>
              </a:defRPr>
            </a:lvl3pPr>
            <a:lvl4pPr marL="6262630" indent="0" algn="ctr">
              <a:buNone/>
              <a:defRPr>
                <a:solidFill>
                  <a:schemeClr val="tx1">
                    <a:tint val="75000"/>
                  </a:schemeClr>
                </a:solidFill>
              </a:defRPr>
            </a:lvl4pPr>
            <a:lvl5pPr marL="8350177" indent="0" algn="ctr">
              <a:buNone/>
              <a:defRPr>
                <a:solidFill>
                  <a:schemeClr val="tx1">
                    <a:tint val="75000"/>
                  </a:schemeClr>
                </a:solidFill>
              </a:defRPr>
            </a:lvl5pPr>
            <a:lvl6pPr marL="10437719" indent="0" algn="ctr">
              <a:buNone/>
              <a:defRPr>
                <a:solidFill>
                  <a:schemeClr val="tx1">
                    <a:tint val="75000"/>
                  </a:schemeClr>
                </a:solidFill>
              </a:defRPr>
            </a:lvl6pPr>
            <a:lvl7pPr marL="12525261" indent="0" algn="ctr">
              <a:buNone/>
              <a:defRPr>
                <a:solidFill>
                  <a:schemeClr val="tx1">
                    <a:tint val="75000"/>
                  </a:schemeClr>
                </a:solidFill>
              </a:defRPr>
            </a:lvl7pPr>
            <a:lvl8pPr marL="14612807" indent="0" algn="ctr">
              <a:buNone/>
              <a:defRPr>
                <a:solidFill>
                  <a:schemeClr val="tx1">
                    <a:tint val="75000"/>
                  </a:schemeClr>
                </a:solidFill>
              </a:defRPr>
            </a:lvl8pPr>
            <a:lvl9pPr marL="16700349" indent="0" algn="ctr">
              <a:buNone/>
              <a:defRPr>
                <a:solidFill>
                  <a:schemeClr val="tx1">
                    <a:tint val="75000"/>
                  </a:schemeClr>
                </a:solidFill>
              </a:defRPr>
            </a:lvl9pPr>
          </a:lstStyle>
          <a:p>
            <a:pPr lvl="0"/>
            <a:r>
              <a:rPr lang="en-US" dirty="0"/>
              <a:t>Cliquez pour modifier le style des sous-titres du masque</a:t>
            </a:r>
            <a:endParaRPr lang="fr-BE" dirty="0"/>
          </a:p>
        </p:txBody>
      </p:sp>
      <p:sp>
        <p:nvSpPr>
          <p:cNvPr id="17" name="Titre 14"/>
          <p:cNvSpPr>
            <a:spLocks noGrp="1"/>
          </p:cNvSpPr>
          <p:nvPr>
            <p:ph type="title"/>
          </p:nvPr>
        </p:nvSpPr>
        <p:spPr>
          <a:xfrm>
            <a:off x="7214329" y="9397410"/>
            <a:ext cx="22588088" cy="2288010"/>
          </a:xfrm>
        </p:spPr>
        <p:txBody>
          <a:bodyPr>
            <a:noAutofit/>
          </a:bodyPr>
          <a:lstStyle>
            <a:lvl1pPr algn="l">
              <a:defRPr kumimoji="0" lang="fr-BE" sz="14400" b="1" i="0" u="none" strike="noStrike" kern="1200" cap="none" spc="0" normalizeH="0" baseline="0" noProof="0" dirty="0" smtClean="0">
                <a:ln>
                  <a:noFill/>
                </a:ln>
                <a:solidFill>
                  <a:schemeClr val="accent2"/>
                </a:solidFill>
                <a:effectLst/>
                <a:uLnTx/>
                <a:uFillTx/>
                <a:latin typeface="Calibri" pitchFamily="34" charset="0"/>
                <a:ea typeface="Calibri" pitchFamily="34" charset="0"/>
                <a:cs typeface="Times New Roman" pitchFamily="18" charset="0"/>
              </a:defRPr>
            </a:lvl1pPr>
          </a:lstStyle>
          <a:p>
            <a:pPr lvl="0"/>
            <a:r>
              <a:rPr lang="fr-FR"/>
              <a:t>Cliquez pour modifier le style du titre</a:t>
            </a:r>
            <a:endParaRPr lang="fr-BE" dirty="0"/>
          </a:p>
        </p:txBody>
      </p:sp>
      <p:sp>
        <p:nvSpPr>
          <p:cNvPr id="19" name="Espace réservé du contenu 2"/>
          <p:cNvSpPr>
            <a:spLocks noGrp="1"/>
          </p:cNvSpPr>
          <p:nvPr>
            <p:ph idx="12"/>
          </p:nvPr>
        </p:nvSpPr>
        <p:spPr>
          <a:xfrm>
            <a:off x="7145369" y="14606778"/>
            <a:ext cx="22558034" cy="25534808"/>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8"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ZoneTexte 4"/>
          <p:cNvSpPr txBox="1">
            <a:spLocks noChangeArrowheads="1"/>
          </p:cNvSpPr>
          <p:nvPr/>
        </p:nvSpPr>
        <p:spPr bwMode="auto">
          <a:xfrm>
            <a:off x="-31750" y="41376600"/>
            <a:ext cx="7372350" cy="1220788"/>
          </a:xfrm>
          <a:prstGeom prst="rect">
            <a:avLst/>
          </a:prstGeom>
          <a:noFill/>
          <a:ln>
            <a:noFill/>
          </a:ln>
        </p:spPr>
        <p:txBody>
          <a:bodyPr lIns="417508" tIns="208756" rIns="417508" bIns="208756">
            <a:spAutoFit/>
          </a:bodyPr>
          <a:lstStyle>
            <a:lvl1pPr eaLnBrk="0" hangingPunct="0">
              <a:defRPr sz="8200">
                <a:solidFill>
                  <a:schemeClr val="tx1"/>
                </a:solidFill>
                <a:latin typeface="Arial" charset="0"/>
                <a:cs typeface="Arial" charset="0"/>
              </a:defRPr>
            </a:lvl1pPr>
            <a:lvl2pPr marL="742950" indent="-285750" eaLnBrk="0" hangingPunct="0">
              <a:defRPr sz="8200">
                <a:solidFill>
                  <a:schemeClr val="tx1"/>
                </a:solidFill>
                <a:latin typeface="Arial" charset="0"/>
                <a:cs typeface="Arial" charset="0"/>
              </a:defRPr>
            </a:lvl2pPr>
            <a:lvl3pPr marL="1143000" indent="-228600" eaLnBrk="0" hangingPunct="0">
              <a:defRPr sz="8200">
                <a:solidFill>
                  <a:schemeClr val="tx1"/>
                </a:solidFill>
                <a:latin typeface="Arial" charset="0"/>
                <a:cs typeface="Arial" charset="0"/>
              </a:defRPr>
            </a:lvl3pPr>
            <a:lvl4pPr marL="1600200" indent="-228600" eaLnBrk="0" hangingPunct="0">
              <a:defRPr sz="8200">
                <a:solidFill>
                  <a:schemeClr val="tx1"/>
                </a:solidFill>
                <a:latin typeface="Arial" charset="0"/>
                <a:cs typeface="Arial" charset="0"/>
              </a:defRPr>
            </a:lvl4pPr>
            <a:lvl5pPr marL="2057400" indent="-228600" eaLnBrk="0" hangingPunct="0">
              <a:defRPr sz="8200">
                <a:solidFill>
                  <a:schemeClr val="tx1"/>
                </a:solidFill>
                <a:latin typeface="Arial" charset="0"/>
                <a:cs typeface="Arial" charset="0"/>
              </a:defRPr>
            </a:lvl5pPr>
            <a:lvl6pPr marL="2514600" indent="-228600" defTabSz="4175125" eaLnBrk="0" fontAlgn="base" hangingPunct="0">
              <a:spcBef>
                <a:spcPct val="0"/>
              </a:spcBef>
              <a:spcAft>
                <a:spcPct val="0"/>
              </a:spcAft>
              <a:defRPr sz="8200">
                <a:solidFill>
                  <a:schemeClr val="tx1"/>
                </a:solidFill>
                <a:latin typeface="Arial" charset="0"/>
                <a:cs typeface="Arial" charset="0"/>
              </a:defRPr>
            </a:lvl6pPr>
            <a:lvl7pPr marL="2971800" indent="-228600" defTabSz="4175125" eaLnBrk="0" fontAlgn="base" hangingPunct="0">
              <a:spcBef>
                <a:spcPct val="0"/>
              </a:spcBef>
              <a:spcAft>
                <a:spcPct val="0"/>
              </a:spcAft>
              <a:defRPr sz="8200">
                <a:solidFill>
                  <a:schemeClr val="tx1"/>
                </a:solidFill>
                <a:latin typeface="Arial" charset="0"/>
                <a:cs typeface="Arial" charset="0"/>
              </a:defRPr>
            </a:lvl7pPr>
            <a:lvl8pPr marL="3429000" indent="-228600" defTabSz="4175125" eaLnBrk="0" fontAlgn="base" hangingPunct="0">
              <a:spcBef>
                <a:spcPct val="0"/>
              </a:spcBef>
              <a:spcAft>
                <a:spcPct val="0"/>
              </a:spcAft>
              <a:defRPr sz="8200">
                <a:solidFill>
                  <a:schemeClr val="tx1"/>
                </a:solidFill>
                <a:latin typeface="Arial" charset="0"/>
                <a:cs typeface="Arial" charset="0"/>
              </a:defRPr>
            </a:lvl8pPr>
            <a:lvl9pPr marL="3886200" indent="-228600" defTabSz="4175125" eaLnBrk="0" fontAlgn="base" hangingPunct="0">
              <a:spcBef>
                <a:spcPct val="0"/>
              </a:spcBef>
              <a:spcAft>
                <a:spcPct val="0"/>
              </a:spcAft>
              <a:defRPr sz="8200">
                <a:solidFill>
                  <a:schemeClr val="tx1"/>
                </a:solidFill>
                <a:latin typeface="Arial" charset="0"/>
                <a:cs typeface="Arial" charset="0"/>
              </a:defRPr>
            </a:lvl9pPr>
          </a:lstStyle>
          <a:p>
            <a:pPr algn="ctr" eaLnBrk="1" hangingPunct="1">
              <a:defRPr/>
            </a:pPr>
            <a:r>
              <a:rPr lang="fr-FR" sz="5200" b="1">
                <a:solidFill>
                  <a:srgbClr val="A6A6A6"/>
                </a:solidFill>
              </a:rPr>
              <a:t>Université de Mons</a:t>
            </a:r>
            <a:endParaRPr lang="fr-BE" sz="5200" b="1">
              <a:solidFill>
                <a:srgbClr val="A6A6A6"/>
              </a:solidFill>
            </a:endParaRPr>
          </a:p>
        </p:txBody>
      </p:sp>
      <p:pic>
        <p:nvPicPr>
          <p:cNvPr id="5" name="Picture 1"/>
          <p:cNvPicPr>
            <a:picLocks noChangeAspect="1" noChangeArrowheads="1"/>
          </p:cNvPicPr>
          <p:nvPr/>
        </p:nvPicPr>
        <p:blipFill>
          <a:blip r:embed="rId2" cstate="print"/>
          <a:srcRect/>
          <a:stretch>
            <a:fillRect/>
          </a:stretch>
        </p:blipFill>
        <p:spPr bwMode="auto">
          <a:xfrm>
            <a:off x="823913" y="1066800"/>
            <a:ext cx="5602287" cy="2014538"/>
          </a:xfrm>
          <a:prstGeom prst="rect">
            <a:avLst/>
          </a:prstGeom>
          <a:noFill/>
          <a:ln w="9525">
            <a:noFill/>
            <a:miter lim="800000"/>
            <a:headEnd/>
            <a:tailEnd/>
          </a:ln>
        </p:spPr>
      </p:pic>
      <p:sp>
        <p:nvSpPr>
          <p:cNvPr id="11" name="Titre 10"/>
          <p:cNvSpPr>
            <a:spLocks noGrp="1"/>
          </p:cNvSpPr>
          <p:nvPr>
            <p:ph type="title"/>
          </p:nvPr>
        </p:nvSpPr>
        <p:spPr>
          <a:xfrm>
            <a:off x="1512173" y="4183669"/>
            <a:ext cx="27219117" cy="4672959"/>
          </a:xfrm>
        </p:spPr>
        <p:txBody>
          <a:bodyPr/>
          <a:lstStyle>
            <a:lvl1pPr>
              <a:defRPr sz="11800">
                <a:solidFill>
                  <a:schemeClr val="accent2"/>
                </a:solidFill>
              </a:defRPr>
            </a:lvl1pPr>
          </a:lstStyle>
          <a:p>
            <a:r>
              <a:rPr lang="fr-FR"/>
              <a:t>Cliquez pour modifier le style du titre</a:t>
            </a:r>
            <a:endParaRPr lang="fr-BE" dirty="0"/>
          </a:p>
        </p:txBody>
      </p:sp>
      <p:sp>
        <p:nvSpPr>
          <p:cNvPr id="10" name="Espace réservé du contenu 2"/>
          <p:cNvSpPr>
            <a:spLocks noGrp="1"/>
          </p:cNvSpPr>
          <p:nvPr>
            <p:ph idx="12"/>
          </p:nvPr>
        </p:nvSpPr>
        <p:spPr>
          <a:xfrm>
            <a:off x="1512175" y="9593589"/>
            <a:ext cx="27291127" cy="30547997"/>
          </a:xfrm>
        </p:spPr>
        <p:txBody>
          <a:bodyPr>
            <a:normAutofit/>
          </a:bodyPr>
          <a:lstStyle>
            <a:lvl1pPr>
              <a:buFontTx/>
              <a:buNone/>
              <a:defRPr kumimoji="0" lang="fr-FR" sz="7400" b="0" i="0" u="none" strike="noStrike" kern="1200" cap="none" normalizeH="0" baseline="0" dirty="0" smtClean="0">
                <a:ln>
                  <a:noFill/>
                </a:ln>
                <a:solidFill>
                  <a:srgbClr val="454545"/>
                </a:solidFill>
                <a:effectLst/>
                <a:latin typeface="Calibri" pitchFamily="34" charset="0"/>
                <a:ea typeface="Times New Roman" pitchFamily="18" charset="0"/>
                <a:cs typeface="Times New Roman" pitchFamily="18" charset="0"/>
              </a:defRPr>
            </a:lvl1pPr>
            <a:lvl2pPr marL="826322" indent="-826322">
              <a:buClr>
                <a:srgbClr val="00ABCC"/>
              </a:buClr>
              <a:buFont typeface="Wingdings" pitchFamily="2" charset="2"/>
              <a:buChar char="§"/>
              <a:defRPr kumimoji="0" lang="fr-FR" sz="70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2pPr>
            <a:lvl3pPr marL="2044053" indent="-826322">
              <a:buClr>
                <a:srgbClr val="C44C4C"/>
              </a:buClr>
              <a:buFont typeface="Wingdings" pitchFamily="2" charset="2"/>
              <a:buChar char="§"/>
              <a:defRPr kumimoji="0" lang="fr-FR" sz="6100" b="0" i="0" u="none" strike="noStrike" kern="1200" cap="none" normalizeH="0" baseline="0" dirty="0" smtClean="0">
                <a:ln>
                  <a:noFill/>
                </a:ln>
                <a:solidFill>
                  <a:srgbClr val="454545"/>
                </a:solidFill>
                <a:effectLst/>
                <a:latin typeface="Calibri" pitchFamily="34" charset="0"/>
                <a:ea typeface="Times New Roman" pitchFamily="18" charset="0"/>
                <a:cs typeface="Arial" pitchFamily="34" charset="0"/>
              </a:defRPr>
            </a:lvl3pPr>
            <a:lvl4pPr marL="3261789" indent="-826322">
              <a:buClr>
                <a:schemeClr val="bg1">
                  <a:lumMod val="65000"/>
                </a:schemeClr>
              </a:buClr>
              <a:buFont typeface="Wingdings" pitchFamily="2" charset="2"/>
              <a:buChar char="§"/>
              <a:defRPr sz="5200">
                <a:solidFill>
                  <a:srgbClr val="454545"/>
                </a:solidFill>
              </a:defRPr>
            </a:lvl4pPr>
            <a:lvl5pPr marL="4523013" indent="-782828">
              <a:buFont typeface="Wingdings" pitchFamily="2" charset="2"/>
              <a:buChar char="§"/>
              <a:defRPr sz="4400">
                <a:solidFill>
                  <a:srgbClr val="454545"/>
                </a:solidFill>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FR" noProof="0" dirty="0"/>
          </a:p>
        </p:txBody>
      </p:sp>
      <p:sp>
        <p:nvSpPr>
          <p:cNvPr id="6" name="Espace réservé du pied de page 13"/>
          <p:cNvSpPr>
            <a:spLocks noGrp="1"/>
          </p:cNvSpPr>
          <p:nvPr>
            <p:ph type="ftr" sz="quarter" idx="13"/>
          </p:nvPr>
        </p:nvSpPr>
        <p:spPr/>
        <p:txBody>
          <a:bodyPr/>
          <a:lstStyle>
            <a:lvl1pPr>
              <a:defRPr/>
            </a:lvl1pPr>
          </a:lstStyle>
          <a:p>
            <a:pPr>
              <a:defRPr/>
            </a:pPr>
            <a:endParaRPr lang="fr-B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titre et contenu">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srcRect/>
          <a:stretch>
            <a:fillRect/>
          </a:stretch>
        </p:blipFill>
        <p:spPr bwMode="auto">
          <a:xfrm>
            <a:off x="904875" y="39925625"/>
            <a:ext cx="5603875" cy="2014538"/>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iapositive de titr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1512888" y="1716088"/>
            <a:ext cx="27217687" cy="7140575"/>
          </a:xfrm>
          <a:prstGeom prst="rect">
            <a:avLst/>
          </a:prstGeom>
          <a:noFill/>
          <a:ln w="9525">
            <a:noFill/>
            <a:miter lim="800000"/>
            <a:headEnd/>
            <a:tailEnd/>
          </a:ln>
        </p:spPr>
        <p:txBody>
          <a:bodyPr vert="horz" wrap="square" lIns="417508" tIns="208756" rIns="417508" bIns="208756" numCol="1" anchor="ctr" anchorCtr="0" compatLnSpc="1">
            <a:prstTxWarp prst="textNoShape">
              <a:avLst/>
            </a:prstTxWarp>
          </a:bodyPr>
          <a:lstStyle/>
          <a:p>
            <a:pPr lvl="0"/>
            <a:r>
              <a:rPr lang="fr-FR" altLang="en-US"/>
              <a:t>Cliquez pour modifier le style du titre</a:t>
            </a:r>
            <a:endParaRPr lang="fr-BE" altLang="en-US"/>
          </a:p>
        </p:txBody>
      </p:sp>
      <p:sp>
        <p:nvSpPr>
          <p:cNvPr id="1027" name="Espace réservé du texte 2"/>
          <p:cNvSpPr>
            <a:spLocks noGrp="1"/>
          </p:cNvSpPr>
          <p:nvPr>
            <p:ph type="body" idx="1"/>
          </p:nvPr>
        </p:nvSpPr>
        <p:spPr bwMode="auto">
          <a:xfrm>
            <a:off x="1512888" y="9996488"/>
            <a:ext cx="27217687" cy="28276550"/>
          </a:xfrm>
          <a:prstGeom prst="rect">
            <a:avLst/>
          </a:prstGeom>
          <a:noFill/>
          <a:ln w="9525">
            <a:noFill/>
            <a:miter lim="800000"/>
            <a:headEnd/>
            <a:tailEnd/>
          </a:ln>
        </p:spPr>
        <p:txBody>
          <a:bodyPr vert="horz" wrap="square" lIns="417508" tIns="208756" rIns="417508" bIns="208756" numCol="1" anchor="t" anchorCtr="0" compatLnSpc="1">
            <a:prstTxWarp prst="textNoShape">
              <a:avLst/>
            </a:prstTxWarp>
          </a:bodyPr>
          <a:lstStyle/>
          <a:p>
            <a:pPr lvl="0"/>
            <a:r>
              <a:rPr lang="fr-FR" altLang="en-US"/>
              <a:t>Cliquez pour modifier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p>
        </p:txBody>
      </p:sp>
      <p:pic>
        <p:nvPicPr>
          <p:cNvPr id="1028" name="Picture 2"/>
          <p:cNvPicPr>
            <a:picLocks noChangeAspect="1" noChangeArrowheads="1"/>
          </p:cNvPicPr>
          <p:nvPr/>
        </p:nvPicPr>
        <p:blipFill>
          <a:blip r:embed="rId16" cstate="print"/>
          <a:srcRect l="269" t="20290" r="13968" b="25948"/>
          <a:stretch>
            <a:fillRect/>
          </a:stretch>
        </p:blipFill>
        <p:spPr bwMode="auto">
          <a:xfrm>
            <a:off x="0" y="0"/>
            <a:ext cx="30243463" cy="490538"/>
          </a:xfrm>
          <a:prstGeom prst="rect">
            <a:avLst/>
          </a:prstGeom>
          <a:noFill/>
          <a:ln w="9525">
            <a:noFill/>
            <a:miter lim="800000"/>
            <a:headEnd/>
            <a:tailEnd/>
          </a:ln>
        </p:spPr>
      </p:pic>
      <p:pic>
        <p:nvPicPr>
          <p:cNvPr id="1029" name="Picture 2"/>
          <p:cNvPicPr>
            <a:picLocks noChangeAspect="1" noChangeArrowheads="1"/>
          </p:cNvPicPr>
          <p:nvPr/>
        </p:nvPicPr>
        <p:blipFill>
          <a:blip r:embed="rId16" cstate="print"/>
          <a:srcRect l="269" t="20290" r="13968" b="25948"/>
          <a:stretch>
            <a:fillRect/>
          </a:stretch>
        </p:blipFill>
        <p:spPr bwMode="auto">
          <a:xfrm>
            <a:off x="0" y="40354250"/>
            <a:ext cx="30243463" cy="2490788"/>
          </a:xfrm>
          <a:prstGeom prst="rect">
            <a:avLst/>
          </a:prstGeom>
          <a:noFill/>
          <a:ln w="9525">
            <a:noFill/>
            <a:miter lim="800000"/>
            <a:headEnd/>
            <a:tailEnd/>
          </a:ln>
        </p:spPr>
      </p:pic>
      <p:sp>
        <p:nvSpPr>
          <p:cNvPr id="6" name="Espace réservé du pied de page 5"/>
          <p:cNvSpPr>
            <a:spLocks noGrp="1"/>
          </p:cNvSpPr>
          <p:nvPr>
            <p:ph type="ftr" sz="quarter" idx="3"/>
          </p:nvPr>
        </p:nvSpPr>
        <p:spPr>
          <a:xfrm>
            <a:off x="7372350" y="41119425"/>
            <a:ext cx="22871113" cy="1725613"/>
          </a:xfrm>
          <a:prstGeom prst="rect">
            <a:avLst/>
          </a:prstGeom>
        </p:spPr>
        <p:txBody>
          <a:bodyPr vert="horz" lIns="417508" tIns="208756" rIns="417508" bIns="208756" rtlCol="0" anchor="ctr"/>
          <a:lstStyle>
            <a:lvl1pPr algn="l" defTabSz="4176431" eaLnBrk="1" fontAlgn="auto" hangingPunct="1">
              <a:spcBef>
                <a:spcPts val="0"/>
              </a:spcBef>
              <a:spcAft>
                <a:spcPts val="0"/>
              </a:spcAft>
              <a:defRPr sz="5700">
                <a:solidFill>
                  <a:schemeClr val="tx1"/>
                </a:solidFill>
                <a:latin typeface="+mn-lt"/>
                <a:cs typeface="+mn-cs"/>
              </a:defRPr>
            </a:lvl1pPr>
          </a:lstStyle>
          <a:p>
            <a:pPr>
              <a:defRPr/>
            </a:pPr>
            <a:endParaRPr lang="fr-BE"/>
          </a:p>
        </p:txBody>
      </p:sp>
    </p:spTree>
  </p:cSld>
  <p:clrMap bg1="lt1" tx1="dk1" bg2="lt2" tx2="dk2" accent1="accent1" accent2="accent2" accent3="accent3" accent4="accent4" accent5="accent5" accent6="accent6" hlink="hlink" folHlink="folHlink"/>
  <p:sldLayoutIdLst>
    <p:sldLayoutId id="2147484963" r:id="rId1"/>
    <p:sldLayoutId id="2147484964" r:id="rId2"/>
    <p:sldLayoutId id="2147484965" r:id="rId3"/>
    <p:sldLayoutId id="2147484966" r:id="rId4"/>
    <p:sldLayoutId id="2147484967" r:id="rId5"/>
    <p:sldLayoutId id="2147484968" r:id="rId6"/>
    <p:sldLayoutId id="2147484969" r:id="rId7"/>
    <p:sldLayoutId id="2147484970" r:id="rId8"/>
    <p:sldLayoutId id="2147484971" r:id="rId9"/>
    <p:sldLayoutId id="2147484972" r:id="rId10"/>
    <p:sldLayoutId id="2147484973" r:id="rId11"/>
    <p:sldLayoutId id="2147484974" r:id="rId12"/>
    <p:sldLayoutId id="2147484975" r:id="rId13"/>
    <p:sldLayoutId id="2147484976" r:id="rId14"/>
  </p:sldLayoutIdLst>
  <p:txStyles>
    <p:titleStyle>
      <a:lvl1pPr algn="ctr" rtl="0" eaLnBrk="0" fontAlgn="base" hangingPunct="0">
        <a:spcBef>
          <a:spcPct val="0"/>
        </a:spcBef>
        <a:spcAft>
          <a:spcPct val="0"/>
        </a:spcAft>
        <a:defRPr lang="fr-BE" sz="20100" b="1" kern="1200" dirty="0">
          <a:solidFill>
            <a:schemeClr val="accent2"/>
          </a:solidFill>
          <a:latin typeface="Calibri" pitchFamily="34" charset="0"/>
          <a:ea typeface="+mj-ea"/>
          <a:cs typeface="Arial" pitchFamily="34" charset="0"/>
        </a:defRPr>
      </a:lvl1pPr>
      <a:lvl2pPr algn="ctr" rtl="0" eaLnBrk="0" fontAlgn="base" hangingPunct="0">
        <a:spcBef>
          <a:spcPct val="0"/>
        </a:spcBef>
        <a:spcAft>
          <a:spcPct val="0"/>
        </a:spcAft>
        <a:defRPr sz="20100" b="1">
          <a:solidFill>
            <a:schemeClr val="accent2"/>
          </a:solidFill>
          <a:latin typeface="Calibri" pitchFamily="34" charset="0"/>
          <a:cs typeface="Arial" charset="0"/>
        </a:defRPr>
      </a:lvl2pPr>
      <a:lvl3pPr algn="ctr" rtl="0" eaLnBrk="0" fontAlgn="base" hangingPunct="0">
        <a:spcBef>
          <a:spcPct val="0"/>
        </a:spcBef>
        <a:spcAft>
          <a:spcPct val="0"/>
        </a:spcAft>
        <a:defRPr sz="20100" b="1">
          <a:solidFill>
            <a:schemeClr val="accent2"/>
          </a:solidFill>
          <a:latin typeface="Calibri" pitchFamily="34" charset="0"/>
          <a:cs typeface="Arial" charset="0"/>
        </a:defRPr>
      </a:lvl3pPr>
      <a:lvl4pPr algn="ctr" rtl="0" eaLnBrk="0" fontAlgn="base" hangingPunct="0">
        <a:spcBef>
          <a:spcPct val="0"/>
        </a:spcBef>
        <a:spcAft>
          <a:spcPct val="0"/>
        </a:spcAft>
        <a:defRPr sz="20100" b="1">
          <a:solidFill>
            <a:schemeClr val="accent2"/>
          </a:solidFill>
          <a:latin typeface="Calibri" pitchFamily="34" charset="0"/>
          <a:cs typeface="Arial" charset="0"/>
        </a:defRPr>
      </a:lvl4pPr>
      <a:lvl5pPr algn="ctr" rtl="0" eaLnBrk="0" fontAlgn="base" hangingPunct="0">
        <a:spcBef>
          <a:spcPct val="0"/>
        </a:spcBef>
        <a:spcAft>
          <a:spcPct val="0"/>
        </a:spcAft>
        <a:defRPr sz="20100" b="1">
          <a:solidFill>
            <a:schemeClr val="accent2"/>
          </a:solidFill>
          <a:latin typeface="Calibri" pitchFamily="34" charset="0"/>
          <a:cs typeface="Arial" charset="0"/>
        </a:defRPr>
      </a:lvl5pPr>
      <a:lvl6pPr marL="2087542" algn="ctr" rtl="0" eaLnBrk="1" fontAlgn="base" hangingPunct="1">
        <a:spcBef>
          <a:spcPct val="0"/>
        </a:spcBef>
        <a:spcAft>
          <a:spcPct val="0"/>
        </a:spcAft>
        <a:defRPr sz="20100" b="1">
          <a:solidFill>
            <a:srgbClr val="C44C4C"/>
          </a:solidFill>
          <a:latin typeface="Calibri" pitchFamily="34" charset="0"/>
          <a:cs typeface="Arial" charset="0"/>
        </a:defRPr>
      </a:lvl6pPr>
      <a:lvl7pPr marL="4175088" algn="ctr" rtl="0" eaLnBrk="1" fontAlgn="base" hangingPunct="1">
        <a:spcBef>
          <a:spcPct val="0"/>
        </a:spcBef>
        <a:spcAft>
          <a:spcPct val="0"/>
        </a:spcAft>
        <a:defRPr sz="20100" b="1">
          <a:solidFill>
            <a:srgbClr val="C44C4C"/>
          </a:solidFill>
          <a:latin typeface="Calibri" pitchFamily="34" charset="0"/>
          <a:cs typeface="Arial" charset="0"/>
        </a:defRPr>
      </a:lvl7pPr>
      <a:lvl8pPr marL="6262630" algn="ctr" rtl="0" eaLnBrk="1" fontAlgn="base" hangingPunct="1">
        <a:spcBef>
          <a:spcPct val="0"/>
        </a:spcBef>
        <a:spcAft>
          <a:spcPct val="0"/>
        </a:spcAft>
        <a:defRPr sz="20100" b="1">
          <a:solidFill>
            <a:srgbClr val="C44C4C"/>
          </a:solidFill>
          <a:latin typeface="Calibri" pitchFamily="34" charset="0"/>
          <a:cs typeface="Arial" charset="0"/>
        </a:defRPr>
      </a:lvl8pPr>
      <a:lvl9pPr marL="8350177" algn="ctr" rtl="0" eaLnBrk="1" fontAlgn="base" hangingPunct="1">
        <a:spcBef>
          <a:spcPct val="0"/>
        </a:spcBef>
        <a:spcAft>
          <a:spcPct val="0"/>
        </a:spcAft>
        <a:defRPr sz="20100" b="1">
          <a:solidFill>
            <a:srgbClr val="C44C4C"/>
          </a:solidFill>
          <a:latin typeface="Calibri" pitchFamily="34" charset="0"/>
          <a:cs typeface="Arial" charset="0"/>
        </a:defRPr>
      </a:lvl9pPr>
    </p:titleStyle>
    <p:bodyStyle>
      <a:lvl1pPr marL="342900" indent="-342900" algn="l" rtl="0" eaLnBrk="0" fontAlgn="base" hangingPunct="0">
        <a:spcBef>
          <a:spcPct val="20000"/>
        </a:spcBef>
        <a:spcAft>
          <a:spcPct val="0"/>
        </a:spcAft>
        <a:buFont typeface="Arial" charset="0"/>
        <a:buChar char="•"/>
        <a:defRPr lang="fr-FR" sz="14800" kern="1200" dirty="0">
          <a:solidFill>
            <a:schemeClr val="accent2"/>
          </a:solidFill>
          <a:latin typeface="Calibri" pitchFamily="34" charset="0"/>
          <a:ea typeface="+mn-ea"/>
          <a:cs typeface="Times New Roman" pitchFamily="18" charset="0"/>
        </a:defRPr>
      </a:lvl1pPr>
      <a:lvl2pPr marL="3390900" indent="-1303338" algn="l" rtl="0" eaLnBrk="0" fontAlgn="base" hangingPunct="0">
        <a:spcBef>
          <a:spcPct val="20000"/>
        </a:spcBef>
        <a:spcAft>
          <a:spcPct val="0"/>
        </a:spcAft>
        <a:buFont typeface="Arial" charset="0"/>
        <a:buChar char="–"/>
        <a:defRPr lang="fr-FR" sz="10900" kern="1200" dirty="0">
          <a:solidFill>
            <a:schemeClr val="tx1"/>
          </a:solidFill>
          <a:latin typeface="Calibri" pitchFamily="34" charset="0"/>
          <a:ea typeface="+mn-ea"/>
          <a:cs typeface="Arial" pitchFamily="34" charset="0"/>
        </a:defRPr>
      </a:lvl2pPr>
      <a:lvl3pPr marL="5218113" indent="-1042988" algn="l" rtl="0" eaLnBrk="0" fontAlgn="base" hangingPunct="0">
        <a:spcBef>
          <a:spcPct val="20000"/>
        </a:spcBef>
        <a:spcAft>
          <a:spcPct val="0"/>
        </a:spcAft>
        <a:buFont typeface="Arial" charset="0"/>
        <a:buChar char="•"/>
        <a:defRPr lang="fr-FR" sz="9200" kern="1200" dirty="0">
          <a:solidFill>
            <a:schemeClr val="tx1"/>
          </a:solidFill>
          <a:latin typeface="Calibri" pitchFamily="34" charset="0"/>
          <a:ea typeface="+mn-ea"/>
          <a:cs typeface="Arial" pitchFamily="34" charset="0"/>
        </a:defRPr>
      </a:lvl3pPr>
      <a:lvl4pPr marL="7305675" indent="-1042988" algn="l" rtl="0" eaLnBrk="0" fontAlgn="base" hangingPunct="0">
        <a:spcBef>
          <a:spcPct val="20000"/>
        </a:spcBef>
        <a:spcAft>
          <a:spcPct val="0"/>
        </a:spcAft>
        <a:buFont typeface="Arial" charset="0"/>
        <a:buChar char="–"/>
        <a:defRPr lang="fr-BE" sz="9200" kern="1200" dirty="0">
          <a:solidFill>
            <a:schemeClr val="tx1"/>
          </a:solidFill>
          <a:latin typeface="+mn-lt"/>
          <a:ea typeface="+mn-ea"/>
          <a:cs typeface="Arial" charset="0"/>
        </a:defRPr>
      </a:lvl4pPr>
      <a:lvl5pPr marL="9393238" indent="-1042988" algn="l" rtl="0" eaLnBrk="0" fontAlgn="base" hangingPunct="0">
        <a:spcBef>
          <a:spcPct val="20000"/>
        </a:spcBef>
        <a:spcAft>
          <a:spcPct val="0"/>
        </a:spcAft>
        <a:buFont typeface="Arial" charset="0"/>
        <a:buChar char="»"/>
        <a:defRPr lang="fr-BE" sz="2000" kern="1200" dirty="0">
          <a:solidFill>
            <a:schemeClr val="tx1"/>
          </a:solidFill>
          <a:latin typeface="+mn-lt"/>
          <a:ea typeface="+mn-ea"/>
          <a:cs typeface="Arial" charset="0"/>
        </a:defRPr>
      </a:lvl5pPr>
      <a:lvl6pPr marL="11481490" indent="-1043771" algn="l" defTabSz="4175088"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569036" indent="-1043771" algn="l" defTabSz="4175088"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656578" indent="-1043771" algn="l" defTabSz="4175088"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744120" indent="-1043771" algn="l" defTabSz="4175088"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fr-FR"/>
      </a:defPPr>
      <a:lvl1pPr marL="0" algn="l" defTabSz="4175088" rtl="0" eaLnBrk="1" latinLnBrk="0" hangingPunct="1">
        <a:defRPr sz="8300" kern="1200">
          <a:solidFill>
            <a:schemeClr val="tx1"/>
          </a:solidFill>
          <a:latin typeface="+mn-lt"/>
          <a:ea typeface="+mn-ea"/>
          <a:cs typeface="+mn-cs"/>
        </a:defRPr>
      </a:lvl1pPr>
      <a:lvl2pPr marL="2087542" algn="l" defTabSz="4175088" rtl="0" eaLnBrk="1" latinLnBrk="0" hangingPunct="1">
        <a:defRPr sz="8300" kern="1200">
          <a:solidFill>
            <a:schemeClr val="tx1"/>
          </a:solidFill>
          <a:latin typeface="+mn-lt"/>
          <a:ea typeface="+mn-ea"/>
          <a:cs typeface="+mn-cs"/>
        </a:defRPr>
      </a:lvl2pPr>
      <a:lvl3pPr marL="4175088" algn="l" defTabSz="4175088" rtl="0" eaLnBrk="1" latinLnBrk="0" hangingPunct="1">
        <a:defRPr sz="8300" kern="1200">
          <a:solidFill>
            <a:schemeClr val="tx1"/>
          </a:solidFill>
          <a:latin typeface="+mn-lt"/>
          <a:ea typeface="+mn-ea"/>
          <a:cs typeface="+mn-cs"/>
        </a:defRPr>
      </a:lvl3pPr>
      <a:lvl4pPr marL="6262630" algn="l" defTabSz="4175088" rtl="0" eaLnBrk="1" latinLnBrk="0" hangingPunct="1">
        <a:defRPr sz="8300" kern="1200">
          <a:solidFill>
            <a:schemeClr val="tx1"/>
          </a:solidFill>
          <a:latin typeface="+mn-lt"/>
          <a:ea typeface="+mn-ea"/>
          <a:cs typeface="+mn-cs"/>
        </a:defRPr>
      </a:lvl4pPr>
      <a:lvl5pPr marL="8350177" algn="l" defTabSz="4175088" rtl="0" eaLnBrk="1" latinLnBrk="0" hangingPunct="1">
        <a:defRPr sz="8300" kern="1200">
          <a:solidFill>
            <a:schemeClr val="tx1"/>
          </a:solidFill>
          <a:latin typeface="+mn-lt"/>
          <a:ea typeface="+mn-ea"/>
          <a:cs typeface="+mn-cs"/>
        </a:defRPr>
      </a:lvl5pPr>
      <a:lvl6pPr marL="10437719" algn="l" defTabSz="4175088" rtl="0" eaLnBrk="1" latinLnBrk="0" hangingPunct="1">
        <a:defRPr sz="8300" kern="1200">
          <a:solidFill>
            <a:schemeClr val="tx1"/>
          </a:solidFill>
          <a:latin typeface="+mn-lt"/>
          <a:ea typeface="+mn-ea"/>
          <a:cs typeface="+mn-cs"/>
        </a:defRPr>
      </a:lvl6pPr>
      <a:lvl7pPr marL="12525261" algn="l" defTabSz="4175088" rtl="0" eaLnBrk="1" latinLnBrk="0" hangingPunct="1">
        <a:defRPr sz="8300" kern="1200">
          <a:solidFill>
            <a:schemeClr val="tx1"/>
          </a:solidFill>
          <a:latin typeface="+mn-lt"/>
          <a:ea typeface="+mn-ea"/>
          <a:cs typeface="+mn-cs"/>
        </a:defRPr>
      </a:lvl7pPr>
      <a:lvl8pPr marL="14612807" algn="l" defTabSz="4175088" rtl="0" eaLnBrk="1" latinLnBrk="0" hangingPunct="1">
        <a:defRPr sz="8300" kern="1200">
          <a:solidFill>
            <a:schemeClr val="tx1"/>
          </a:solidFill>
          <a:latin typeface="+mn-lt"/>
          <a:ea typeface="+mn-ea"/>
          <a:cs typeface="+mn-cs"/>
        </a:defRPr>
      </a:lvl8pPr>
      <a:lvl9pPr marL="16700349" algn="l" defTabSz="4175088" rtl="0" eaLnBrk="1" latinLnBrk="0" hangingPunct="1">
        <a:defRPr sz="8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27.jpeg"/><Relationship Id="rId11" Type="http://schemas.openxmlformats.org/officeDocument/2006/relationships/image" Target="../media/image32.png"/><Relationship Id="rId5" Type="http://schemas.openxmlformats.org/officeDocument/2006/relationships/image" Target="../media/image26.tiff"/><Relationship Id="rId10" Type="http://schemas.openxmlformats.org/officeDocument/2006/relationships/image" Target="../media/image31.png"/><Relationship Id="rId4" Type="http://schemas.openxmlformats.org/officeDocument/2006/relationships/image" Target="../media/image25.emf"/><Relationship Id="rId9"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987358" y="40173919"/>
            <a:ext cx="31939830" cy="2202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t>-</a:t>
            </a:r>
          </a:p>
        </p:txBody>
      </p:sp>
      <p:sp>
        <p:nvSpPr>
          <p:cNvPr id="16389" name="Rectangle 5"/>
          <p:cNvSpPr>
            <a:spLocks noChangeArrowheads="1"/>
          </p:cNvSpPr>
          <p:nvPr/>
        </p:nvSpPr>
        <p:spPr bwMode="auto">
          <a:xfrm>
            <a:off x="0" y="-449263"/>
            <a:ext cx="184150" cy="1355726"/>
          </a:xfrm>
          <a:prstGeom prst="rect">
            <a:avLst/>
          </a:prstGeom>
          <a:noFill/>
          <a:ln w="9525">
            <a:noFill/>
            <a:miter lim="800000"/>
            <a:headEnd/>
            <a:tailEnd/>
          </a:ln>
        </p:spPr>
        <p:txBody>
          <a:bodyPr wrap="none" anchor="ctr">
            <a:spAutoFit/>
          </a:bodyPr>
          <a:lstStyle/>
          <a:p>
            <a:pPr eaLnBrk="1" hangingPunct="1"/>
            <a:endParaRPr lang="fr-BE" altLang="en-US" dirty="0"/>
          </a:p>
        </p:txBody>
      </p:sp>
      <p:sp>
        <p:nvSpPr>
          <p:cNvPr id="16390" name="Rectangle 9"/>
          <p:cNvSpPr>
            <a:spLocks noChangeArrowheads="1"/>
          </p:cNvSpPr>
          <p:nvPr/>
        </p:nvSpPr>
        <p:spPr bwMode="auto">
          <a:xfrm>
            <a:off x="0" y="-677863"/>
            <a:ext cx="184150" cy="1355726"/>
          </a:xfrm>
          <a:prstGeom prst="rect">
            <a:avLst/>
          </a:prstGeom>
          <a:noFill/>
          <a:ln w="9525">
            <a:noFill/>
            <a:miter lim="800000"/>
            <a:headEnd/>
            <a:tailEnd/>
          </a:ln>
        </p:spPr>
        <p:txBody>
          <a:bodyPr wrap="none" anchor="ctr">
            <a:spAutoFit/>
          </a:bodyPr>
          <a:lstStyle/>
          <a:p>
            <a:pPr eaLnBrk="1" hangingPunct="1"/>
            <a:endParaRPr lang="fr-BE" altLang="en-US" dirty="0"/>
          </a:p>
        </p:txBody>
      </p:sp>
      <p:sp>
        <p:nvSpPr>
          <p:cNvPr id="16392" name="Rectangle 13"/>
          <p:cNvSpPr>
            <a:spLocks noChangeArrowheads="1"/>
          </p:cNvSpPr>
          <p:nvPr/>
        </p:nvSpPr>
        <p:spPr bwMode="auto">
          <a:xfrm>
            <a:off x="0" y="-449263"/>
            <a:ext cx="184150" cy="1355726"/>
          </a:xfrm>
          <a:prstGeom prst="rect">
            <a:avLst/>
          </a:prstGeom>
          <a:noFill/>
          <a:ln w="9525">
            <a:noFill/>
            <a:miter lim="800000"/>
            <a:headEnd/>
            <a:tailEnd/>
          </a:ln>
        </p:spPr>
        <p:txBody>
          <a:bodyPr wrap="none" anchor="ctr">
            <a:spAutoFit/>
          </a:bodyPr>
          <a:lstStyle/>
          <a:p>
            <a:pPr eaLnBrk="1" hangingPunct="1"/>
            <a:endParaRPr lang="fr-BE" altLang="en-US" dirty="0"/>
          </a:p>
        </p:txBody>
      </p:sp>
      <p:sp>
        <p:nvSpPr>
          <p:cNvPr id="233" name="Rectangle 1"/>
          <p:cNvSpPr>
            <a:spLocks noChangeArrowheads="1"/>
          </p:cNvSpPr>
          <p:nvPr/>
        </p:nvSpPr>
        <p:spPr bwMode="auto">
          <a:xfrm>
            <a:off x="4536555" y="718138"/>
            <a:ext cx="21226333" cy="4047262"/>
          </a:xfrm>
          <a:prstGeom prst="rect">
            <a:avLst/>
          </a:prstGeom>
          <a:noFill/>
          <a:ln w="9525">
            <a:noFill/>
            <a:miter lim="800000"/>
            <a:headEnd/>
            <a:tailEnd/>
          </a:ln>
        </p:spPr>
        <p:txBody>
          <a:bodyPr wrap="square" anchor="ctr">
            <a:spAutoFit/>
          </a:bodyPr>
          <a:lstStyle/>
          <a:p>
            <a:pPr algn="ctr" defTabSz="914400" eaLnBrk="1" hangingPunct="1">
              <a:lnSpc>
                <a:spcPct val="150000"/>
              </a:lnSpc>
            </a:pPr>
            <a:r>
              <a:rPr lang="fr-FR" sz="5400" b="1" dirty="0">
                <a:solidFill>
                  <a:schemeClr val="bg1">
                    <a:lumMod val="50000"/>
                  </a:schemeClr>
                </a:solidFill>
                <a:effectLst>
                  <a:outerShdw blurRad="38100" dist="38100" dir="2700000" algn="tl">
                    <a:srgbClr val="000000">
                      <a:alpha val="43137"/>
                    </a:srgbClr>
                  </a:outerShdw>
                </a:effectLst>
                <a:latin typeface="Century Gothic" panose="020B0502020202020204" pitchFamily="34" charset="0"/>
              </a:rPr>
              <a:t>Pages d’aide simplifiées et en français dans R grâce à l’IA  </a:t>
            </a:r>
          </a:p>
          <a:p>
            <a:pPr algn="ctr" defTabSz="914400" eaLnBrk="1" hangingPunct="1">
              <a:lnSpc>
                <a:spcPct val="150000"/>
              </a:lnSpc>
            </a:pPr>
            <a:r>
              <a:rPr lang="fr-FR" sz="4000" dirty="0">
                <a:latin typeface="Cambria" panose="02040503050406030204" pitchFamily="18" charset="0"/>
                <a:ea typeface="Calibri" panose="020F0502020204030204" pitchFamily="34" charset="0"/>
                <a:cs typeface="Times New Roman" panose="02020603050405020304" pitchFamily="18" charset="0"/>
              </a:rPr>
              <a:t>G.  </a:t>
            </a:r>
            <a:r>
              <a:rPr lang="fr-FR" sz="4000" dirty="0" err="1">
                <a:latin typeface="Cambria" panose="02040503050406030204" pitchFamily="18" charset="0"/>
                <a:ea typeface="Calibri" panose="020F0502020204030204" pitchFamily="34" charset="0"/>
                <a:cs typeface="Times New Roman" panose="02020603050405020304" pitchFamily="18" charset="0"/>
              </a:rPr>
              <a:t>Engels</a:t>
            </a:r>
            <a:r>
              <a:rPr lang="fr-FR" sz="4000" baseline="30000" dirty="0" err="1">
                <a:latin typeface="Cambria" panose="02040503050406030204" pitchFamily="18" charset="0"/>
                <a:ea typeface="Calibri" panose="020F0502020204030204" pitchFamily="34" charset="0"/>
                <a:cs typeface="Times New Roman" panose="02020603050405020304" pitchFamily="18" charset="0"/>
              </a:rPr>
              <a:t>a,b</a:t>
            </a:r>
            <a:r>
              <a:rPr lang="fr-FR" sz="4000" baseline="30000" dirty="0">
                <a:latin typeface="Cambria" panose="02040503050406030204" pitchFamily="18" charset="0"/>
                <a:ea typeface="Calibri" panose="020F0502020204030204" pitchFamily="34" charset="0"/>
                <a:cs typeface="Times New Roman" panose="02020603050405020304" pitchFamily="18" charset="0"/>
              </a:rPr>
              <a:t>*</a:t>
            </a:r>
            <a:r>
              <a:rPr lang="fr-FR" sz="4000" dirty="0">
                <a:latin typeface="Cambria" panose="02040503050406030204" pitchFamily="18" charset="0"/>
                <a:ea typeface="Calibri" panose="020F0502020204030204" pitchFamily="34" charset="0"/>
                <a:cs typeface="Times New Roman" panose="02020603050405020304" pitchFamily="18" charset="0"/>
              </a:rPr>
              <a:t>  &amp; Ph. </a:t>
            </a:r>
            <a:r>
              <a:rPr lang="fr-FR" sz="4000" dirty="0" err="1">
                <a:latin typeface="Cambria" panose="02040503050406030204" pitchFamily="18" charset="0"/>
                <a:ea typeface="Calibri" panose="020F0502020204030204" pitchFamily="34" charset="0"/>
                <a:cs typeface="Times New Roman" panose="02020603050405020304" pitchFamily="18" charset="0"/>
              </a:rPr>
              <a:t>Grosjean</a:t>
            </a:r>
            <a:r>
              <a:rPr lang="fr-FR" sz="4000" baseline="30000" dirty="0" err="1">
                <a:latin typeface="Cambria" panose="02040503050406030204" pitchFamily="18" charset="0"/>
                <a:ea typeface="Calibri" panose="020F0502020204030204" pitchFamily="34" charset="0"/>
                <a:cs typeface="Times New Roman" panose="02020603050405020304" pitchFamily="18" charset="0"/>
              </a:rPr>
              <a:t>a</a:t>
            </a:r>
            <a:endParaRPr lang="fr-FR" sz="2000" dirty="0">
              <a:latin typeface="Cambria" panose="02040503050406030204" pitchFamily="18" charset="0"/>
              <a:ea typeface="Calibri" panose="020F0502020204030204" pitchFamily="34" charset="0"/>
              <a:cs typeface="Times New Roman" panose="02020603050405020304" pitchFamily="18" charset="0"/>
            </a:endParaRPr>
          </a:p>
          <a:p>
            <a:pPr algn="ctr">
              <a:spcAft>
                <a:spcPts val="800"/>
              </a:spcAft>
            </a:pPr>
            <a:r>
              <a:rPr lang="fr-FR" sz="2400" i="1" dirty="0">
                <a:latin typeface="Cambria" panose="02040503050406030204" pitchFamily="18" charset="0"/>
                <a:ea typeface="Calibri" panose="020F0502020204030204" pitchFamily="34" charset="0"/>
                <a:cs typeface="Times New Roman" panose="02020603050405020304" pitchFamily="18" charset="0"/>
              </a:rPr>
              <a:t> </a:t>
            </a:r>
            <a:r>
              <a:rPr lang="fr-FR" sz="2400" i="1" baseline="30000" dirty="0"/>
              <a:t>a </a:t>
            </a:r>
            <a:r>
              <a:rPr lang="fr-FR" sz="2400" i="1" dirty="0"/>
              <a:t>Service d’écologie numérique, Instituts </a:t>
            </a:r>
            <a:r>
              <a:rPr lang="fr-FR" sz="2400" i="1" dirty="0" err="1"/>
              <a:t>Complexys</a:t>
            </a:r>
            <a:r>
              <a:rPr lang="fr-FR" sz="2400" i="1" dirty="0"/>
              <a:t> et Biosciences </a:t>
            </a:r>
          </a:p>
          <a:p>
            <a:pPr algn="ctr">
              <a:spcAft>
                <a:spcPts val="800"/>
              </a:spcAft>
            </a:pPr>
            <a:r>
              <a:rPr lang="fr-FR" sz="2400" i="1" baseline="30000" dirty="0"/>
              <a:t>b  </a:t>
            </a:r>
            <a:r>
              <a:rPr lang="fr-FR" sz="2400" i="1" dirty="0"/>
              <a:t>Service de la Cellule de pédagogie facultaire des Sciences, Institut </a:t>
            </a:r>
            <a:r>
              <a:rPr lang="fr-FR" sz="2400" i="1" dirty="0" err="1"/>
              <a:t>Complexys</a:t>
            </a:r>
            <a:r>
              <a:rPr lang="fr-FR" sz="2400" i="1" dirty="0"/>
              <a:t>, </a:t>
            </a:r>
          </a:p>
          <a:p>
            <a:pPr algn="ctr">
              <a:spcAft>
                <a:spcPts val="800"/>
              </a:spcAft>
            </a:pPr>
            <a:r>
              <a:rPr lang="fr-FR" sz="2400" i="1" dirty="0"/>
              <a:t>Université de Mons (UMONS),  6 avenue du champ de mars, 7000 Mons, Belgique.</a:t>
            </a:r>
          </a:p>
          <a:p>
            <a:pPr algn="ctr">
              <a:spcAft>
                <a:spcPts val="800"/>
              </a:spcAft>
            </a:pPr>
            <a:r>
              <a:rPr lang="fr-FR" sz="2400" i="1" dirty="0"/>
              <a:t>* </a:t>
            </a:r>
            <a:r>
              <a:rPr lang="fr-FR" sz="2400" i="1" dirty="0" err="1"/>
              <a:t>guyliann.engels@umons.ac.be</a:t>
            </a:r>
            <a:r>
              <a:rPr lang="fr-FR" sz="2400" i="1" dirty="0"/>
              <a:t> - https://</a:t>
            </a:r>
            <a:r>
              <a:rPr lang="fr-FR" sz="2400" i="1" dirty="0" err="1"/>
              <a:t>github.com</a:t>
            </a:r>
            <a:r>
              <a:rPr lang="fr-FR" sz="2400" i="1" dirty="0"/>
              <a:t>/</a:t>
            </a:r>
            <a:r>
              <a:rPr lang="fr-FR" sz="2400" i="1" dirty="0" err="1"/>
              <a:t>GuyliannEngels</a:t>
            </a:r>
            <a:r>
              <a:rPr lang="fr-FR" sz="2400" i="1" dirty="0"/>
              <a:t> </a:t>
            </a:r>
          </a:p>
        </p:txBody>
      </p:sp>
      <p:sp>
        <p:nvSpPr>
          <p:cNvPr id="10" name="ZoneTexte 9"/>
          <p:cNvSpPr txBox="1"/>
          <p:nvPr/>
        </p:nvSpPr>
        <p:spPr>
          <a:xfrm>
            <a:off x="9674942" y="42716678"/>
            <a:ext cx="914400" cy="914400"/>
          </a:xfrm>
          <a:prstGeom prst="rect">
            <a:avLst/>
          </a:prstGeom>
        </p:spPr>
        <p:txBody>
          <a:bodyPr vert="horz" wrap="none" lIns="91440" tIns="45720" rIns="91440" bIns="45720" rtlCol="0">
            <a:normAutofit/>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a:ln>
                <a:noFill/>
              </a:ln>
              <a:solidFill>
                <a:srgbClr val="808080"/>
              </a:solidFill>
              <a:effectLst/>
              <a:uLnTx/>
              <a:uFillTx/>
              <a:latin typeface="Calibri" pitchFamily="34" charset="0"/>
              <a:ea typeface="Calibri" pitchFamily="34" charset="0"/>
              <a:cs typeface="Times New Roman" pitchFamily="18" charset="0"/>
            </a:endParaRPr>
          </a:p>
        </p:txBody>
      </p:sp>
      <p:sp>
        <p:nvSpPr>
          <p:cNvPr id="28" name="ZoneTexte 27"/>
          <p:cNvSpPr txBox="1"/>
          <p:nvPr/>
        </p:nvSpPr>
        <p:spPr>
          <a:xfrm>
            <a:off x="15353253" y="42208629"/>
            <a:ext cx="914400" cy="914400"/>
          </a:xfrm>
          <a:prstGeom prst="rect">
            <a:avLst/>
          </a:prstGeom>
        </p:spPr>
        <p:txBody>
          <a:bodyPr vert="horz" wrap="none" lIns="91440" tIns="45720" rIns="91440" bIns="45720" rtlCol="0">
            <a:normAutofit/>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a:ln>
                <a:noFill/>
              </a:ln>
              <a:solidFill>
                <a:srgbClr val="808080"/>
              </a:solidFill>
              <a:effectLst/>
              <a:uLnTx/>
              <a:uFillTx/>
              <a:latin typeface="Calibri" pitchFamily="34" charset="0"/>
              <a:ea typeface="Calibri" pitchFamily="34" charset="0"/>
              <a:cs typeface="Times New Roman" pitchFamily="18" charset="0"/>
            </a:endParaRPr>
          </a:p>
        </p:txBody>
      </p:sp>
      <p:sp>
        <p:nvSpPr>
          <p:cNvPr id="29" name="ZoneTexte 28"/>
          <p:cNvSpPr txBox="1"/>
          <p:nvPr/>
        </p:nvSpPr>
        <p:spPr>
          <a:xfrm>
            <a:off x="15423067" y="41977266"/>
            <a:ext cx="914400" cy="914400"/>
          </a:xfrm>
          <a:prstGeom prst="rect">
            <a:avLst/>
          </a:prstGeom>
        </p:spPr>
        <p:txBody>
          <a:bodyPr vert="horz" wrap="none" lIns="91440" tIns="45720" rIns="91440" bIns="45720" rtlCol="0">
            <a:normAutofit/>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a:ln>
                <a:noFill/>
              </a:ln>
              <a:solidFill>
                <a:srgbClr val="808080"/>
              </a:solidFill>
              <a:effectLst/>
              <a:uLnTx/>
              <a:uFillTx/>
              <a:latin typeface="Calibri" pitchFamily="34" charset="0"/>
              <a:ea typeface="Calibri" pitchFamily="34" charset="0"/>
              <a:cs typeface="Times New Roman" pitchFamily="18" charset="0"/>
            </a:endParaRPr>
          </a:p>
        </p:txBody>
      </p:sp>
      <p:sp>
        <p:nvSpPr>
          <p:cNvPr id="231" name="ZoneTexte 230">
            <a:extLst>
              <a:ext uri="{FF2B5EF4-FFF2-40B4-BE49-F238E27FC236}">
                <a16:creationId xmlns:a16="http://schemas.microsoft.com/office/drawing/2014/main" id="{A6DFDDAB-FA98-B445-8DF4-1DA4BBAC1EB3}"/>
              </a:ext>
            </a:extLst>
          </p:cNvPr>
          <p:cNvSpPr txBox="1"/>
          <p:nvPr/>
        </p:nvSpPr>
        <p:spPr>
          <a:xfrm>
            <a:off x="438449" y="41584759"/>
            <a:ext cx="29422544" cy="1167743"/>
          </a:xfrm>
          <a:prstGeom prst="rect">
            <a:avLst/>
          </a:prstGeom>
        </p:spPr>
        <p:txBody>
          <a:bodyPr vert="horz" wrap="square" lIns="91440" tIns="45720" rIns="91440" bIns="45720" rtlCol="0">
            <a:noAutofit/>
          </a:bodyPr>
          <a:lstStyle/>
          <a:p>
            <a:pPr marL="342900" indent="-342900" algn="just" defTabSz="914400"/>
            <a:endParaRPr kumimoji="0" lang="fr-FR" sz="3200" b="0" i="0" u="none" strike="noStrike" kern="1200" cap="none" spc="0" normalizeH="0" noProof="0">
              <a:ln>
                <a:noFill/>
              </a:ln>
              <a:effectLst/>
              <a:uLnTx/>
              <a:uFillTx/>
              <a:latin typeface="Helvetica" charset="0"/>
              <a:ea typeface="Helvetica" charset="0"/>
              <a:cs typeface="Helvetica" charset="0"/>
            </a:endParaRPr>
          </a:p>
        </p:txBody>
      </p:sp>
      <p:sp>
        <p:nvSpPr>
          <p:cNvPr id="219" name="Rectangle 16">
            <a:extLst>
              <a:ext uri="{FF2B5EF4-FFF2-40B4-BE49-F238E27FC236}">
                <a16:creationId xmlns:a16="http://schemas.microsoft.com/office/drawing/2014/main" id="{BA0622E0-559C-334C-9B36-2EC327FBDC37}"/>
              </a:ext>
            </a:extLst>
          </p:cNvPr>
          <p:cNvSpPr>
            <a:spLocks noChangeArrowheads="1"/>
          </p:cNvSpPr>
          <p:nvPr/>
        </p:nvSpPr>
        <p:spPr bwMode="auto">
          <a:xfrm>
            <a:off x="15049500" y="22507711"/>
            <a:ext cx="15193963" cy="800219"/>
          </a:xfrm>
          <a:prstGeom prst="rect">
            <a:avLst/>
          </a:prstGeom>
          <a:noFill/>
          <a:ln w="9525">
            <a:noFill/>
            <a:miter lim="800000"/>
            <a:headEnd/>
            <a:tailEnd/>
          </a:ln>
        </p:spPr>
        <p:txBody>
          <a:bodyPr wrap="square">
            <a:spAutoFit/>
          </a:bodyPr>
          <a:lstStyle/>
          <a:p>
            <a:pPr algn="ctr" eaLnBrk="1" hangingPunct="1"/>
            <a:r>
              <a:rPr lang="fr-FR" altLang="en-US" sz="4600" b="1" dirty="0">
                <a:solidFill>
                  <a:schemeClr val="accent2"/>
                </a:solidFill>
                <a:effectLst>
                  <a:outerShdw blurRad="38100" dist="38100" dir="2700000" algn="tl">
                    <a:srgbClr val="000000">
                      <a:alpha val="43137"/>
                    </a:srgbClr>
                  </a:outerShdw>
                </a:effectLst>
                <a:latin typeface="Cambria" pitchFamily="18" charset="0"/>
              </a:rPr>
              <a:t>Page d’aide simplifiée générée par l’IA</a:t>
            </a:r>
          </a:p>
        </p:txBody>
      </p:sp>
      <p:sp>
        <p:nvSpPr>
          <p:cNvPr id="182" name="ZoneTexte 181">
            <a:extLst>
              <a:ext uri="{FF2B5EF4-FFF2-40B4-BE49-F238E27FC236}">
                <a16:creationId xmlns:a16="http://schemas.microsoft.com/office/drawing/2014/main" id="{E46FD650-79BD-804E-963F-1C4465A2EDB8}"/>
              </a:ext>
            </a:extLst>
          </p:cNvPr>
          <p:cNvSpPr txBox="1"/>
          <p:nvPr/>
        </p:nvSpPr>
        <p:spPr>
          <a:xfrm>
            <a:off x="15517716" y="5541523"/>
            <a:ext cx="13946549" cy="2153564"/>
          </a:xfrm>
          <a:prstGeom prst="rect">
            <a:avLst/>
          </a:prstGeom>
        </p:spPr>
        <p:txBody>
          <a:bodyPr vert="horz" wrap="square" lIns="91440" tIns="45720" rIns="91440" bIns="45720" rtlCol="0">
            <a:noAutofit/>
          </a:bodyPr>
          <a:lstStyle/>
          <a:p>
            <a:pPr marL="342900" indent="-342900" algn="just" defTabSz="914400"/>
            <a:r>
              <a:rPr lang="fr-FR" sz="3200" dirty="0">
                <a:latin typeface="Helvetica" charset="0"/>
                <a:ea typeface="Helvetica" charset="0"/>
                <a:cs typeface="Helvetica" charset="0"/>
              </a:rPr>
              <a:t>	</a:t>
            </a:r>
            <a:endParaRPr kumimoji="0" lang="fr-FR" sz="3200" b="0" i="0" u="none" strike="noStrike" kern="1200" cap="none" spc="0" normalizeH="0" noProof="0" dirty="0">
              <a:ln>
                <a:noFill/>
              </a:ln>
              <a:effectLst/>
              <a:uLnTx/>
              <a:uFillTx/>
              <a:latin typeface="Helvetica" charset="0"/>
              <a:ea typeface="Helvetica" charset="0"/>
              <a:cs typeface="Helvetica" charset="0"/>
            </a:endParaRPr>
          </a:p>
        </p:txBody>
      </p:sp>
      <p:sp>
        <p:nvSpPr>
          <p:cNvPr id="83" name="ZoneTexte 82">
            <a:extLst>
              <a:ext uri="{FF2B5EF4-FFF2-40B4-BE49-F238E27FC236}">
                <a16:creationId xmlns:a16="http://schemas.microsoft.com/office/drawing/2014/main" id="{C42D07E8-4237-544E-AAA6-C7AA1DCCB3D8}"/>
              </a:ext>
            </a:extLst>
          </p:cNvPr>
          <p:cNvSpPr txBox="1"/>
          <p:nvPr/>
        </p:nvSpPr>
        <p:spPr>
          <a:xfrm>
            <a:off x="25023337" y="38223644"/>
            <a:ext cx="0" cy="0"/>
          </a:xfrm>
          <a:prstGeom prst="rect">
            <a:avLst/>
          </a:prstGeom>
        </p:spPr>
        <p:txBody>
          <a:bodyPr vert="horz" wrap="none" lIns="91440" tIns="45720" rIns="91440" bIns="45720" rtlCol="0">
            <a:normAutofit fontScale="25000" lnSpcReduction="20000"/>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pic>
        <p:nvPicPr>
          <p:cNvPr id="217" name="Image 216">
            <a:extLst>
              <a:ext uri="{FF2B5EF4-FFF2-40B4-BE49-F238E27FC236}">
                <a16:creationId xmlns:a16="http://schemas.microsoft.com/office/drawing/2014/main" id="{6E28E1A2-ADF7-4A42-88EC-104E094133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721" y="2209417"/>
            <a:ext cx="2737555" cy="2737555"/>
          </a:xfrm>
          <a:prstGeom prst="rect">
            <a:avLst/>
          </a:prstGeom>
        </p:spPr>
      </p:pic>
      <p:pic>
        <p:nvPicPr>
          <p:cNvPr id="255" name="Image 254">
            <a:extLst>
              <a:ext uri="{FF2B5EF4-FFF2-40B4-BE49-F238E27FC236}">
                <a16:creationId xmlns:a16="http://schemas.microsoft.com/office/drawing/2014/main" id="{ADA71F27-2862-024F-8C98-468C7382E1D4}"/>
              </a:ext>
            </a:extLst>
          </p:cNvPr>
          <p:cNvPicPr>
            <a:picLocks noChangeAspect="1"/>
          </p:cNvPicPr>
          <p:nvPr/>
        </p:nvPicPr>
        <p:blipFill>
          <a:blip r:embed="rId4"/>
          <a:stretch>
            <a:fillRect/>
          </a:stretch>
        </p:blipFill>
        <p:spPr>
          <a:xfrm>
            <a:off x="745403" y="2367329"/>
            <a:ext cx="2737556" cy="2524743"/>
          </a:xfrm>
          <a:prstGeom prst="rect">
            <a:avLst/>
          </a:prstGeom>
        </p:spPr>
      </p:pic>
      <p:pic>
        <p:nvPicPr>
          <p:cNvPr id="256" name="Image 255">
            <a:extLst>
              <a:ext uri="{FF2B5EF4-FFF2-40B4-BE49-F238E27FC236}">
                <a16:creationId xmlns:a16="http://schemas.microsoft.com/office/drawing/2014/main" id="{96817075-A931-BD47-889B-406D2A1E2692}"/>
              </a:ext>
            </a:extLst>
          </p:cNvPr>
          <p:cNvPicPr>
            <a:picLocks noChangeAspect="1"/>
          </p:cNvPicPr>
          <p:nvPr/>
        </p:nvPicPr>
        <p:blipFill>
          <a:blip r:embed="rId5"/>
          <a:stretch>
            <a:fillRect/>
          </a:stretch>
        </p:blipFill>
        <p:spPr>
          <a:xfrm>
            <a:off x="580607" y="743913"/>
            <a:ext cx="4171971" cy="1515236"/>
          </a:xfrm>
          <a:prstGeom prst="rect">
            <a:avLst/>
          </a:prstGeom>
        </p:spPr>
      </p:pic>
      <p:sp>
        <p:nvSpPr>
          <p:cNvPr id="263" name="Rectangle 16">
            <a:extLst>
              <a:ext uri="{FF2B5EF4-FFF2-40B4-BE49-F238E27FC236}">
                <a16:creationId xmlns:a16="http://schemas.microsoft.com/office/drawing/2014/main" id="{2A47B29A-F868-6A4C-813A-304B17E4D2FA}"/>
              </a:ext>
            </a:extLst>
          </p:cNvPr>
          <p:cNvSpPr>
            <a:spLocks noChangeArrowheads="1"/>
          </p:cNvSpPr>
          <p:nvPr/>
        </p:nvSpPr>
        <p:spPr bwMode="auto">
          <a:xfrm>
            <a:off x="12980271" y="5220719"/>
            <a:ext cx="3941660" cy="830997"/>
          </a:xfrm>
          <a:prstGeom prst="rect">
            <a:avLst/>
          </a:prstGeom>
          <a:noFill/>
          <a:ln w="9525">
            <a:noFill/>
            <a:miter lim="800000"/>
            <a:headEnd/>
            <a:tailEnd/>
          </a:ln>
        </p:spPr>
        <p:txBody>
          <a:bodyPr wrap="square">
            <a:spAutoFit/>
          </a:bodyPr>
          <a:lstStyle/>
          <a:p>
            <a:pPr eaLnBrk="1" hangingPunct="1"/>
            <a:r>
              <a:rPr lang="en-US" altLang="en-US" sz="4400" b="1" i="1" dirty="0">
                <a:solidFill>
                  <a:schemeClr val="accent2"/>
                </a:solidFill>
                <a:latin typeface="Cambria" pitchFamily="18" charset="0"/>
              </a:rPr>
              <a:t> </a:t>
            </a:r>
            <a:r>
              <a:rPr lang="en-US" altLang="en-US" sz="4800" b="1" dirty="0">
                <a:solidFill>
                  <a:schemeClr val="accent2"/>
                </a:solidFill>
                <a:effectLst>
                  <a:outerShdw blurRad="38100" dist="38100" dir="2700000" algn="tl">
                    <a:srgbClr val="000000">
                      <a:alpha val="43137"/>
                    </a:srgbClr>
                  </a:outerShdw>
                </a:effectLst>
                <a:latin typeface="Cambria" pitchFamily="18" charset="0"/>
              </a:rPr>
              <a:t>Résumé</a:t>
            </a:r>
            <a:r>
              <a:rPr lang="en-US" altLang="en-US" sz="4000" b="1" i="1" dirty="0">
                <a:solidFill>
                  <a:schemeClr val="accent2"/>
                </a:solidFill>
                <a:effectLst>
                  <a:outerShdw blurRad="38100" dist="38100" dir="2700000" algn="tl">
                    <a:srgbClr val="000000">
                      <a:alpha val="43137"/>
                    </a:srgbClr>
                  </a:outerShdw>
                </a:effectLst>
                <a:latin typeface="Cambria" panose="02040503050406030204" pitchFamily="18" charset="0"/>
              </a:rPr>
              <a:t> </a:t>
            </a:r>
            <a:endParaRPr lang="fr-FR" altLang="en-US" sz="4000" b="1" i="1" dirty="0">
              <a:solidFill>
                <a:schemeClr val="accent2"/>
              </a:solidFill>
              <a:effectLst>
                <a:outerShdw blurRad="38100" dist="38100" dir="2700000" algn="tl">
                  <a:srgbClr val="000000">
                    <a:alpha val="43137"/>
                  </a:srgbClr>
                </a:outerShdw>
              </a:effectLst>
              <a:latin typeface="Cambria" panose="02040503050406030204" pitchFamily="18" charset="0"/>
            </a:endParaRPr>
          </a:p>
        </p:txBody>
      </p:sp>
      <p:sp>
        <p:nvSpPr>
          <p:cNvPr id="264" name="ZoneTexte 263">
            <a:extLst>
              <a:ext uri="{FF2B5EF4-FFF2-40B4-BE49-F238E27FC236}">
                <a16:creationId xmlns:a16="http://schemas.microsoft.com/office/drawing/2014/main" id="{9DDE0B48-65E2-114F-9925-E79470295780}"/>
              </a:ext>
            </a:extLst>
          </p:cNvPr>
          <p:cNvSpPr txBox="1"/>
          <p:nvPr/>
        </p:nvSpPr>
        <p:spPr>
          <a:xfrm>
            <a:off x="544327" y="6168970"/>
            <a:ext cx="28876460" cy="3732269"/>
          </a:xfrm>
          <a:prstGeom prst="rect">
            <a:avLst/>
          </a:prstGeom>
        </p:spPr>
        <p:txBody>
          <a:bodyPr vert="horz" wrap="square" lIns="91440" tIns="45720" rIns="91440" bIns="45720" numCol="2" spcCol="180000" rtlCol="0">
            <a:noAutofit/>
          </a:bodyPr>
          <a:lstStyle/>
          <a:p>
            <a:pPr marL="342900" indent="-342900" algn="just" defTabSz="914400"/>
            <a:r>
              <a:rPr kumimoji="0" lang="fr-FR" sz="3200" b="0" i="0" u="none" strike="noStrike" kern="1200" cap="none" spc="0" normalizeH="0" noProof="0" dirty="0">
                <a:ln>
                  <a:noFill/>
                </a:ln>
                <a:effectLst/>
                <a:uLnTx/>
                <a:uFillTx/>
                <a:latin typeface="Helvetica" charset="0"/>
                <a:ea typeface="Helvetica" charset="0"/>
                <a:cs typeface="Helvetica" charset="0"/>
              </a:rPr>
              <a:t>	Dans le logiciel R utilisé pour les cours de Science des Données à l’UMONS, </a:t>
            </a:r>
            <a:r>
              <a:rPr lang="fr-FR" sz="3200" dirty="0">
                <a:latin typeface="Helvetica" charset="0"/>
                <a:ea typeface="Helvetica" charset="0"/>
                <a:cs typeface="Helvetica" charset="0"/>
              </a:rPr>
              <a:t>l</a:t>
            </a:r>
            <a:r>
              <a:rPr kumimoji="0" lang="fr-FR" sz="3200" b="0" i="0" u="none" strike="noStrike" kern="1200" cap="none" spc="0" normalizeH="0" noProof="0" dirty="0">
                <a:ln>
                  <a:noFill/>
                </a:ln>
                <a:effectLst/>
                <a:uLnTx/>
                <a:uFillTx/>
                <a:latin typeface="Helvetica" charset="0"/>
                <a:ea typeface="Helvetica" charset="0"/>
                <a:cs typeface="Helvetica" charset="0"/>
              </a:rPr>
              <a:t>es pages d'aide </a:t>
            </a:r>
            <a:r>
              <a:rPr lang="fr-FR" sz="3200" dirty="0">
                <a:latin typeface="Helvetica" charset="0"/>
                <a:ea typeface="Helvetica" charset="0"/>
                <a:cs typeface="Helvetica" charset="0"/>
              </a:rPr>
              <a:t>son</a:t>
            </a:r>
            <a:r>
              <a:rPr kumimoji="0" lang="fr-FR" sz="3200" b="0" i="0" u="none" strike="noStrike" kern="1200" cap="none" spc="0" normalizeH="0" noProof="0" dirty="0" err="1">
                <a:ln>
                  <a:noFill/>
                </a:ln>
                <a:effectLst/>
                <a:uLnTx/>
                <a:uFillTx/>
                <a:latin typeface="Helvetica" charset="0"/>
                <a:ea typeface="Helvetica" charset="0"/>
                <a:cs typeface="Helvetica" charset="0"/>
              </a:rPr>
              <a:t>t</a:t>
            </a:r>
            <a:r>
              <a:rPr kumimoji="0" lang="fr-FR" sz="3200" b="0" i="0" u="none" strike="noStrike" kern="1200" cap="none" spc="0" normalizeH="0" noProof="0" dirty="0">
                <a:ln>
                  <a:noFill/>
                </a:ln>
                <a:effectLst/>
                <a:uLnTx/>
                <a:uFillTx/>
                <a:latin typeface="Helvetica" charset="0"/>
                <a:ea typeface="Helvetica" charset="0"/>
                <a:cs typeface="Helvetica" charset="0"/>
              </a:rPr>
              <a:t> très techniques. Cette complexité freine les nouveaux utilisateurs de R. De plus, la barrière linguistique constitue un obstacle supplémentaire pour les non anglophones (l’aide est en anglais uniquement). Dans ce contexte, nous proposons le package R {</a:t>
            </a:r>
            <a:r>
              <a:rPr kumimoji="0" lang="fr-FR" sz="3200" b="0" i="0" u="none" strike="noStrike" kern="1200" cap="none" spc="0" normalizeH="0" noProof="0" dirty="0" err="1">
                <a:ln>
                  <a:noFill/>
                </a:ln>
                <a:effectLst/>
                <a:uLnTx/>
                <a:uFillTx/>
                <a:latin typeface="Helvetica" charset="0"/>
                <a:ea typeface="Helvetica" charset="0"/>
                <a:cs typeface="Helvetica" charset="0"/>
              </a:rPr>
              <a:t>helpai</a:t>
            </a:r>
            <a:r>
              <a:rPr kumimoji="0" lang="fr-FR" sz="3200" b="0" i="0" u="none" strike="noStrike" kern="1200" cap="none" spc="0" normalizeH="0" noProof="0" dirty="0">
                <a:ln>
                  <a:noFill/>
                </a:ln>
                <a:effectLst/>
                <a:uLnTx/>
                <a:uFillTx/>
                <a:latin typeface="Helvetica" charset="0"/>
                <a:ea typeface="Helvetica" charset="0"/>
                <a:cs typeface="Helvetica" charset="0"/>
              </a:rPr>
              <a:t>} qui permet, entre autres, de générer des pages d'aide simplifiées pour R, éventuellement en français, grâce à l’IA.</a:t>
            </a:r>
          </a:p>
          <a:p>
            <a:pPr marL="342900" indent="-342900" algn="just" defTabSz="914400"/>
            <a:r>
              <a:rPr kumimoji="0" lang="fr-FR" sz="3200" b="0" i="0" u="none" strike="noStrike" kern="1200" cap="none" spc="0" normalizeH="0" noProof="0" dirty="0">
                <a:ln>
                  <a:noFill/>
                </a:ln>
                <a:effectLst/>
                <a:uLnTx/>
                <a:uFillTx/>
                <a:latin typeface="Helvetica" charset="0"/>
                <a:ea typeface="Helvetica" charset="0"/>
                <a:cs typeface="Helvetica" charset="0"/>
              </a:rPr>
              <a:t> 	La page ainsi générée a une présentation similaire à une page d’aide « officielle », y compris dans </a:t>
            </a:r>
            <a:r>
              <a:rPr kumimoji="0" lang="fr-FR" sz="3200" b="0" i="0" u="none" strike="noStrike" kern="1200" cap="none" spc="0" normalizeH="0" noProof="0" dirty="0" err="1">
                <a:ln>
                  <a:noFill/>
                </a:ln>
                <a:effectLst/>
                <a:uLnTx/>
                <a:uFillTx/>
                <a:latin typeface="Helvetica" charset="0"/>
                <a:ea typeface="Helvetica" charset="0"/>
                <a:cs typeface="Helvetica" charset="0"/>
              </a:rPr>
              <a:t>RStudio</a:t>
            </a:r>
            <a:r>
              <a:rPr kumimoji="0" lang="fr-FR" sz="3200" b="0" i="0" u="none" strike="noStrike" kern="1200" cap="none" spc="0" normalizeH="0" noProof="0" dirty="0">
                <a:ln>
                  <a:noFill/>
                </a:ln>
                <a:effectLst/>
                <a:uLnTx/>
                <a:uFillTx/>
                <a:latin typeface="Helvetica" charset="0"/>
                <a:ea typeface="Helvetica" charset="0"/>
                <a:cs typeface="Helvetica" charset="0"/>
              </a:rPr>
              <a:t> (IDE au dessus de R). Elle fournit une description </a:t>
            </a:r>
            <a:r>
              <a:rPr lang="fr-FR" sz="3200" dirty="0">
                <a:latin typeface="Helvetica" charset="0"/>
                <a:ea typeface="Helvetica" charset="0"/>
                <a:cs typeface="Helvetica" charset="0"/>
              </a:rPr>
              <a:t>pas</a:t>
            </a:r>
            <a:r>
              <a:rPr kumimoji="0" lang="fr-FR" sz="3200" b="0" i="0" u="none" strike="noStrike" kern="1200" cap="none" spc="0" normalizeH="0" noProof="0" dirty="0">
                <a:ln>
                  <a:noFill/>
                </a:ln>
                <a:effectLst/>
                <a:uLnTx/>
                <a:uFillTx/>
                <a:latin typeface="Helvetica" charset="0"/>
                <a:ea typeface="Helvetica" charset="0"/>
                <a:cs typeface="Helvetica" charset="0"/>
              </a:rPr>
              <a:t> ou peu technique en deux ou trois paragraphes, documente les principaux arguments d’une fonction R et présente un exemple généralement exécutable. Enfin, </a:t>
            </a:r>
            <a:r>
              <a:rPr lang="fr-FR" sz="3200" dirty="0">
                <a:latin typeface="Helvetica" charset="0"/>
                <a:ea typeface="Helvetica" charset="0"/>
                <a:cs typeface="Helvetica" charset="0"/>
              </a:rPr>
              <a:t>elle</a:t>
            </a:r>
            <a:r>
              <a:rPr kumimoji="0" lang="fr-FR" sz="3200" b="0" i="0" u="none" strike="noStrike" kern="1200" cap="none" spc="0" normalizeH="0" noProof="0" dirty="0">
                <a:ln>
                  <a:noFill/>
                </a:ln>
                <a:effectLst/>
                <a:uLnTx/>
                <a:uFillTx/>
                <a:latin typeface="Helvetica" charset="0"/>
                <a:ea typeface="Helvetica" charset="0"/>
                <a:cs typeface="Helvetica" charset="0"/>
              </a:rPr>
              <a:t> pointe vers la page d'aide "officielle" de ladite fonction suggérant</a:t>
            </a:r>
            <a:r>
              <a:rPr lang="fr-FR" sz="3200" dirty="0">
                <a:latin typeface="Helvetica" charset="0"/>
                <a:ea typeface="Helvetica" charset="0"/>
                <a:cs typeface="Helvetica" charset="0"/>
              </a:rPr>
              <a:t> </a:t>
            </a:r>
            <a:r>
              <a:rPr kumimoji="0" lang="fr-FR" sz="3200" b="0" i="0" u="none" strike="noStrike" kern="1200" cap="none" spc="0" normalizeH="0" noProof="0" dirty="0">
                <a:ln>
                  <a:noFill/>
                </a:ln>
                <a:effectLst/>
                <a:uLnTx/>
                <a:uFillTx/>
                <a:latin typeface="Helvetica" charset="0"/>
                <a:ea typeface="Helvetica" charset="0"/>
                <a:cs typeface="Helvetica" charset="0"/>
              </a:rPr>
              <a:t>donc à l'étudiant de continuer sa lecture au travers de la documentation usuelle s'il le juge nécessaire. </a:t>
            </a:r>
            <a:endParaRPr lang="fr-FR" sz="3200" dirty="0">
              <a:latin typeface="Helvetica" charset="0"/>
            </a:endParaRPr>
          </a:p>
        </p:txBody>
      </p:sp>
      <p:sp>
        <p:nvSpPr>
          <p:cNvPr id="265" name="Rectangle à coins arrondis 158">
            <a:extLst>
              <a:ext uri="{FF2B5EF4-FFF2-40B4-BE49-F238E27FC236}">
                <a16:creationId xmlns:a16="http://schemas.microsoft.com/office/drawing/2014/main" id="{1EFC87BE-8969-9E47-829D-0B8A6B81C108}"/>
              </a:ext>
            </a:extLst>
          </p:cNvPr>
          <p:cNvSpPr/>
          <p:nvPr/>
        </p:nvSpPr>
        <p:spPr>
          <a:xfrm>
            <a:off x="504825" y="5204386"/>
            <a:ext cx="29306837" cy="461703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pic>
        <p:nvPicPr>
          <p:cNvPr id="6" name="Image 5" descr="Une image contenant personne, Visage humain, habits, plein air&#10;&#10;Description générée automatiquement">
            <a:extLst>
              <a:ext uri="{FF2B5EF4-FFF2-40B4-BE49-F238E27FC236}">
                <a16:creationId xmlns:a16="http://schemas.microsoft.com/office/drawing/2014/main" id="{0AB5EAB6-36D2-7548-D336-B778322E86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14251" y="560901"/>
            <a:ext cx="2483810" cy="3363865"/>
          </a:xfrm>
          <a:prstGeom prst="rect">
            <a:avLst/>
          </a:prstGeom>
        </p:spPr>
      </p:pic>
      <p:pic>
        <p:nvPicPr>
          <p:cNvPr id="8" name="Image 7" descr="Une image contenant personne, Visage humain, homme, Front&#10;&#10;Description générée automatiquement">
            <a:extLst>
              <a:ext uri="{FF2B5EF4-FFF2-40B4-BE49-F238E27FC236}">
                <a16:creationId xmlns:a16="http://schemas.microsoft.com/office/drawing/2014/main" id="{75C908E9-B27D-2445-9B95-189AE3FED4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416188" y="2215157"/>
            <a:ext cx="2416327" cy="2416327"/>
          </a:xfrm>
          <a:prstGeom prst="rect">
            <a:avLst/>
          </a:prstGeom>
        </p:spPr>
      </p:pic>
      <p:pic>
        <p:nvPicPr>
          <p:cNvPr id="4" name="Image 3" descr="Une image contenant texte, logiciel, nombre, Page web&#10;&#10;Le contenu généré par l’IA peut être incorrect.">
            <a:extLst>
              <a:ext uri="{FF2B5EF4-FFF2-40B4-BE49-F238E27FC236}">
                <a16:creationId xmlns:a16="http://schemas.microsoft.com/office/drawing/2014/main" id="{81F53A80-0BF7-C608-13E3-DECB46D5CD78}"/>
              </a:ext>
            </a:extLst>
          </p:cNvPr>
          <p:cNvPicPr>
            <a:picLocks noChangeAspect="1"/>
          </p:cNvPicPr>
          <p:nvPr/>
        </p:nvPicPr>
        <p:blipFill>
          <a:blip r:embed="rId8">
            <a:extLst>
              <a:ext uri="{28A0092B-C50C-407E-A947-70E740481C1C}">
                <a14:useLocalDpi xmlns:a14="http://schemas.microsoft.com/office/drawing/2010/main" val="0"/>
              </a:ext>
            </a:extLst>
          </a:blip>
          <a:srcRect t="6249" b="2116"/>
          <a:stretch/>
        </p:blipFill>
        <p:spPr>
          <a:xfrm>
            <a:off x="17065947" y="23708745"/>
            <a:ext cx="11060809" cy="14585352"/>
          </a:xfrm>
          <a:prstGeom prst="rect">
            <a:avLst/>
          </a:prstGeom>
        </p:spPr>
      </p:pic>
      <p:pic>
        <p:nvPicPr>
          <p:cNvPr id="7" name="Image 6" descr="Une image contenant texte, logiciel, Page web, Site web&#10;&#10;Le contenu généré par l’IA peut être incorrect.">
            <a:extLst>
              <a:ext uri="{FF2B5EF4-FFF2-40B4-BE49-F238E27FC236}">
                <a16:creationId xmlns:a16="http://schemas.microsoft.com/office/drawing/2014/main" id="{F438A6B0-AD7C-CE18-CDD4-C1CE26D9757E}"/>
              </a:ext>
            </a:extLst>
          </p:cNvPr>
          <p:cNvPicPr>
            <a:picLocks noChangeAspect="1"/>
          </p:cNvPicPr>
          <p:nvPr/>
        </p:nvPicPr>
        <p:blipFill>
          <a:blip r:embed="rId9">
            <a:extLst>
              <a:ext uri="{28A0092B-C50C-407E-A947-70E740481C1C}">
                <a14:useLocalDpi xmlns:a14="http://schemas.microsoft.com/office/drawing/2010/main" val="0"/>
              </a:ext>
            </a:extLst>
          </a:blip>
          <a:srcRect t="6249" b="2116"/>
          <a:stretch/>
        </p:blipFill>
        <p:spPr>
          <a:xfrm>
            <a:off x="1909823" y="23638577"/>
            <a:ext cx="11374315" cy="14998757"/>
          </a:xfrm>
          <a:prstGeom prst="rect">
            <a:avLst/>
          </a:prstGeom>
        </p:spPr>
      </p:pic>
      <p:pic>
        <p:nvPicPr>
          <p:cNvPr id="11" name="Image 10" descr="Une image contenant texte, logiciel, capture d’écran, Icône d’ordinateur&#10;&#10;Le contenu généré par l’IA peut être incorrect.">
            <a:extLst>
              <a:ext uri="{FF2B5EF4-FFF2-40B4-BE49-F238E27FC236}">
                <a16:creationId xmlns:a16="http://schemas.microsoft.com/office/drawing/2014/main" id="{AA3405EF-897F-38D7-1D1A-1F2DBC165CB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149721" y="10405295"/>
            <a:ext cx="14548932" cy="10865264"/>
          </a:xfrm>
          <a:prstGeom prst="rect">
            <a:avLst/>
          </a:prstGeom>
        </p:spPr>
      </p:pic>
      <p:pic>
        <p:nvPicPr>
          <p:cNvPr id="14" name="Image 13" descr="Une image contenant texte, capture d’écran, logiciel, Page web&#10;&#10;Le contenu généré par l’IA peut être incorrect.">
            <a:extLst>
              <a:ext uri="{FF2B5EF4-FFF2-40B4-BE49-F238E27FC236}">
                <a16:creationId xmlns:a16="http://schemas.microsoft.com/office/drawing/2014/main" id="{E01178A3-92F1-8F67-884B-0028B0FDB17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8449" y="11485745"/>
            <a:ext cx="11655417" cy="8704364"/>
          </a:xfrm>
          <a:prstGeom prst="rect">
            <a:avLst/>
          </a:prstGeom>
        </p:spPr>
      </p:pic>
      <p:sp>
        <p:nvSpPr>
          <p:cNvPr id="20" name="ZoneTexte 19">
            <a:extLst>
              <a:ext uri="{FF2B5EF4-FFF2-40B4-BE49-F238E27FC236}">
                <a16:creationId xmlns:a16="http://schemas.microsoft.com/office/drawing/2014/main" id="{4B9B08EB-315B-6A0B-44D3-80E560D99960}"/>
              </a:ext>
            </a:extLst>
          </p:cNvPr>
          <p:cNvSpPr txBox="1"/>
          <p:nvPr/>
        </p:nvSpPr>
        <p:spPr>
          <a:xfrm>
            <a:off x="43238057" y="44772943"/>
            <a:ext cx="0" cy="0"/>
          </a:xfrm>
          <a:prstGeom prst="rect">
            <a:avLst/>
          </a:prstGeom>
        </p:spPr>
        <p:txBody>
          <a:bodyPr vert="horz" wrap="none" lIns="91440" tIns="45720" rIns="91440" bIns="45720" rtlCol="0">
            <a:normAutofit fontScale="25000" lnSpcReduction="20000"/>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
        <p:nvSpPr>
          <p:cNvPr id="22" name="ZoneTexte 21">
            <a:extLst>
              <a:ext uri="{FF2B5EF4-FFF2-40B4-BE49-F238E27FC236}">
                <a16:creationId xmlns:a16="http://schemas.microsoft.com/office/drawing/2014/main" id="{122525E1-A6EE-DC12-DB66-6EF457F8A8C4}"/>
              </a:ext>
            </a:extLst>
          </p:cNvPr>
          <p:cNvSpPr txBox="1"/>
          <p:nvPr/>
        </p:nvSpPr>
        <p:spPr>
          <a:xfrm>
            <a:off x="47352857" y="44772943"/>
            <a:ext cx="0" cy="0"/>
          </a:xfrm>
          <a:prstGeom prst="rect">
            <a:avLst/>
          </a:prstGeom>
        </p:spPr>
        <p:txBody>
          <a:bodyPr vert="horz" wrap="none" lIns="91440" tIns="45720" rIns="91440" bIns="45720" rtlCol="0">
            <a:normAutofit fontScale="25000" lnSpcReduction="20000"/>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
        <p:nvSpPr>
          <p:cNvPr id="24" name="Rectangle 16">
            <a:extLst>
              <a:ext uri="{FF2B5EF4-FFF2-40B4-BE49-F238E27FC236}">
                <a16:creationId xmlns:a16="http://schemas.microsoft.com/office/drawing/2014/main" id="{8AE68D06-238B-8A72-1868-C61D44049D23}"/>
              </a:ext>
            </a:extLst>
          </p:cNvPr>
          <p:cNvSpPr>
            <a:spLocks noChangeArrowheads="1"/>
          </p:cNvSpPr>
          <p:nvPr/>
        </p:nvSpPr>
        <p:spPr bwMode="auto">
          <a:xfrm>
            <a:off x="0" y="22599734"/>
            <a:ext cx="15193963" cy="800219"/>
          </a:xfrm>
          <a:prstGeom prst="rect">
            <a:avLst/>
          </a:prstGeom>
          <a:noFill/>
          <a:ln w="9525">
            <a:noFill/>
            <a:miter lim="800000"/>
            <a:headEnd/>
            <a:tailEnd/>
          </a:ln>
        </p:spPr>
        <p:txBody>
          <a:bodyPr wrap="square">
            <a:spAutoFit/>
          </a:bodyPr>
          <a:lstStyle/>
          <a:p>
            <a:pPr algn="ctr" eaLnBrk="1" hangingPunct="1"/>
            <a:r>
              <a:rPr lang="fr-FR" altLang="en-US" sz="4600" b="1" dirty="0">
                <a:solidFill>
                  <a:schemeClr val="accent2"/>
                </a:solidFill>
                <a:effectLst>
                  <a:outerShdw blurRad="38100" dist="38100" dir="2700000" algn="tl">
                    <a:srgbClr val="000000">
                      <a:alpha val="43137"/>
                    </a:srgbClr>
                  </a:outerShdw>
                </a:effectLst>
                <a:latin typeface="Cambria" pitchFamily="18" charset="0"/>
              </a:rPr>
              <a:t>Page d’aide officielle de R</a:t>
            </a:r>
          </a:p>
        </p:txBody>
      </p:sp>
      <p:sp>
        <p:nvSpPr>
          <p:cNvPr id="35" name="ZoneTexte 34">
            <a:extLst>
              <a:ext uri="{FF2B5EF4-FFF2-40B4-BE49-F238E27FC236}">
                <a16:creationId xmlns:a16="http://schemas.microsoft.com/office/drawing/2014/main" id="{18060387-1753-D3D5-085B-51210DB70C80}"/>
              </a:ext>
            </a:extLst>
          </p:cNvPr>
          <p:cNvSpPr txBox="1"/>
          <p:nvPr/>
        </p:nvSpPr>
        <p:spPr>
          <a:xfrm>
            <a:off x="1584227" y="38848455"/>
            <a:ext cx="12066807" cy="2999993"/>
          </a:xfrm>
          <a:prstGeom prst="roundRect">
            <a:avLst/>
          </a:prstGeom>
          <a:ln w="57150">
            <a:solidFill>
              <a:srgbClr val="A70039"/>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oAutofit/>
          </a:bodyPr>
          <a:lstStyle/>
          <a:p>
            <a:pPr marL="457200" indent="-457200" defTabSz="914400">
              <a:buFont typeface="Arial" panose="020B0604020202020204" pitchFamily="34" charset="0"/>
              <a:buChar char="•"/>
            </a:pPr>
            <a:r>
              <a:rPr lang="fr-FR" sz="3200" dirty="0">
                <a:latin typeface="Helvetica" charset="0"/>
                <a:ea typeface="Helvetica" charset="0"/>
                <a:cs typeface="Helvetica" charset="0"/>
              </a:rPr>
              <a:t>Structure codifiée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En anglais</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Intégration dans les IDE comme </a:t>
            </a:r>
            <a:r>
              <a:rPr lang="fr-FR" sz="3200" dirty="0" err="1">
                <a:latin typeface="Helvetica" charset="0"/>
                <a:ea typeface="Helvetica" charset="0"/>
                <a:cs typeface="Helvetica" charset="0"/>
              </a:rPr>
              <a:t>RStudio</a:t>
            </a:r>
            <a:r>
              <a:rPr lang="fr-FR" sz="3200" dirty="0">
                <a:latin typeface="Helvetica" charset="0"/>
                <a:ea typeface="Helvetica" charset="0"/>
                <a:cs typeface="Helvetica" charset="0"/>
              </a:rPr>
              <a:t> (onglet Aide)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Explication technique très détaillée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Meilleure source d’information sur la fonction</a:t>
            </a:r>
          </a:p>
        </p:txBody>
      </p:sp>
      <p:sp>
        <p:nvSpPr>
          <p:cNvPr id="48" name="ZoneTexte 47">
            <a:extLst>
              <a:ext uri="{FF2B5EF4-FFF2-40B4-BE49-F238E27FC236}">
                <a16:creationId xmlns:a16="http://schemas.microsoft.com/office/drawing/2014/main" id="{16132672-D254-8D2B-4F53-D91764EF2DA8}"/>
              </a:ext>
            </a:extLst>
          </p:cNvPr>
          <p:cNvSpPr txBox="1"/>
          <p:nvPr/>
        </p:nvSpPr>
        <p:spPr>
          <a:xfrm>
            <a:off x="14147800" y="32994599"/>
            <a:ext cx="2486100" cy="546103"/>
          </a:xfrm>
          <a:prstGeom prst="rect">
            <a:avLst/>
          </a:prstGeom>
        </p:spPr>
        <p:txBody>
          <a:bodyPr vert="horz" wrap="none" lIns="91440" tIns="45720" rIns="91440" bIns="45720" rtlCol="0">
            <a:normAutofit/>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
        <p:nvSpPr>
          <p:cNvPr id="49" name="ZoneTexte 48">
            <a:extLst>
              <a:ext uri="{FF2B5EF4-FFF2-40B4-BE49-F238E27FC236}">
                <a16:creationId xmlns:a16="http://schemas.microsoft.com/office/drawing/2014/main" id="{DD0EFD48-2DAB-3EAC-06DD-E6831F673740}"/>
              </a:ext>
            </a:extLst>
          </p:cNvPr>
          <p:cNvSpPr txBox="1"/>
          <p:nvPr/>
        </p:nvSpPr>
        <p:spPr>
          <a:xfrm flipH="1">
            <a:off x="12244913" y="33223200"/>
            <a:ext cx="3477687" cy="617804"/>
          </a:xfrm>
          <a:prstGeom prst="rect">
            <a:avLst/>
          </a:prstGeom>
        </p:spPr>
        <p:txBody>
          <a:bodyPr vert="horz" wrap="none" lIns="91440" tIns="45720" rIns="91440" bIns="45720" rtlCol="0">
            <a:normAutofit/>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
        <p:nvSpPr>
          <p:cNvPr id="50" name="ZoneTexte 49">
            <a:extLst>
              <a:ext uri="{FF2B5EF4-FFF2-40B4-BE49-F238E27FC236}">
                <a16:creationId xmlns:a16="http://schemas.microsoft.com/office/drawing/2014/main" id="{163AA5CF-2B42-A751-CFEE-E650582E44DE}"/>
              </a:ext>
            </a:extLst>
          </p:cNvPr>
          <p:cNvSpPr txBox="1"/>
          <p:nvPr/>
        </p:nvSpPr>
        <p:spPr>
          <a:xfrm>
            <a:off x="8885970" y="27637908"/>
            <a:ext cx="2990766" cy="669011"/>
          </a:xfrm>
          <a:prstGeom prst="roundRect">
            <a:avLst/>
          </a:prstGeom>
          <a:noFill/>
          <a:ln w="50800">
            <a:solidFill>
              <a:srgbClr val="F6A723"/>
            </a:solidFill>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ormAutofit/>
          </a:bodyPr>
          <a:lstStyle/>
          <a:p>
            <a:pPr marL="342900" marR="0" indent="-342900" algn="ctr" defTabSz="914400" rtl="0" eaLnBrk="0" fontAlgn="base" latinLnBrk="0" hangingPunct="0">
              <a:lnSpc>
                <a:spcPct val="100000"/>
              </a:lnSpc>
              <a:spcBef>
                <a:spcPct val="0"/>
              </a:spcBef>
              <a:spcAft>
                <a:spcPct val="0"/>
              </a:spcAft>
              <a:buClrTx/>
              <a:buSzTx/>
              <a:buFont typeface="Arial" pitchFamily="34" charset="0"/>
              <a:buNone/>
              <a:tabLst/>
            </a:pPr>
            <a:r>
              <a:rPr kumimoji="0" lang="fr-FR" sz="3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1417 mots</a:t>
            </a:r>
          </a:p>
        </p:txBody>
      </p:sp>
      <p:sp>
        <p:nvSpPr>
          <p:cNvPr id="51" name="ZoneTexte 50">
            <a:extLst>
              <a:ext uri="{FF2B5EF4-FFF2-40B4-BE49-F238E27FC236}">
                <a16:creationId xmlns:a16="http://schemas.microsoft.com/office/drawing/2014/main" id="{9A718D4C-2EC4-A4FA-5D3F-54DC055D81AE}"/>
              </a:ext>
            </a:extLst>
          </p:cNvPr>
          <p:cNvSpPr txBox="1"/>
          <p:nvPr/>
        </p:nvSpPr>
        <p:spPr>
          <a:xfrm>
            <a:off x="24986827" y="27637907"/>
            <a:ext cx="2990766" cy="669011"/>
          </a:xfrm>
          <a:prstGeom prst="roundRect">
            <a:avLst/>
          </a:prstGeom>
          <a:noFill/>
          <a:ln w="50800">
            <a:solidFill>
              <a:srgbClr val="F6A723"/>
            </a:solidFill>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ormAutofit/>
          </a:bodyPr>
          <a:lstStyle/>
          <a:p>
            <a:pPr marL="342900" marR="0" indent="-342900" algn="ctr" defTabSz="914400" rtl="0" eaLnBrk="0" fontAlgn="base" latinLnBrk="0" hangingPunct="0">
              <a:lnSpc>
                <a:spcPct val="100000"/>
              </a:lnSpc>
              <a:spcBef>
                <a:spcPct val="0"/>
              </a:spcBef>
              <a:spcAft>
                <a:spcPct val="0"/>
              </a:spcAft>
              <a:buClrTx/>
              <a:buSzTx/>
              <a:buFont typeface="Arial" pitchFamily="34" charset="0"/>
              <a:buNone/>
              <a:tabLst/>
            </a:pPr>
            <a:r>
              <a:rPr kumimoji="0" lang="fr-FR" sz="3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241 mots</a:t>
            </a:r>
          </a:p>
        </p:txBody>
      </p:sp>
      <p:sp>
        <p:nvSpPr>
          <p:cNvPr id="61" name="ZoneTexte 60">
            <a:extLst>
              <a:ext uri="{FF2B5EF4-FFF2-40B4-BE49-F238E27FC236}">
                <a16:creationId xmlns:a16="http://schemas.microsoft.com/office/drawing/2014/main" id="{C38BE1C0-1885-3638-1AB3-8E4291E77A8B}"/>
              </a:ext>
            </a:extLst>
          </p:cNvPr>
          <p:cNvSpPr txBox="1"/>
          <p:nvPr/>
        </p:nvSpPr>
        <p:spPr>
          <a:xfrm>
            <a:off x="16561891" y="38872799"/>
            <a:ext cx="12066807" cy="2999992"/>
          </a:xfrm>
          <a:prstGeom prst="roundRect">
            <a:avLst/>
          </a:prstGeom>
          <a:ln w="57150">
            <a:solidFill>
              <a:srgbClr val="A70039"/>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oAutofit/>
          </a:bodyPr>
          <a:lstStyle/>
          <a:p>
            <a:pPr marL="457200" indent="-457200" defTabSz="914400">
              <a:buFont typeface="Arial" panose="020B0604020202020204" pitchFamily="34" charset="0"/>
              <a:buChar char="•"/>
            </a:pPr>
            <a:r>
              <a:rPr lang="fr-FR" sz="3200" dirty="0">
                <a:latin typeface="Helvetica" charset="0"/>
                <a:ea typeface="Helvetica" charset="0"/>
                <a:cs typeface="Helvetica" charset="0"/>
              </a:rPr>
              <a:t>Structure similaire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En français ou en anglais</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Intégration dans les IDE comme </a:t>
            </a:r>
            <a:r>
              <a:rPr lang="fr-FR" sz="3200" dirty="0" err="1">
                <a:latin typeface="Helvetica" charset="0"/>
                <a:ea typeface="Helvetica" charset="0"/>
                <a:cs typeface="Helvetica" charset="0"/>
              </a:rPr>
              <a:t>RStudio</a:t>
            </a:r>
            <a:r>
              <a:rPr lang="fr-FR" sz="3200" dirty="0">
                <a:latin typeface="Helvetica" charset="0"/>
                <a:ea typeface="Helvetica" charset="0"/>
                <a:cs typeface="Helvetica" charset="0"/>
              </a:rPr>
              <a:t> (onglet Aide)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Explication simplifiée</a:t>
            </a:r>
          </a:p>
          <a:p>
            <a:pPr marL="457200" indent="-457200" defTabSz="914400">
              <a:buFont typeface="Arial" panose="020B0604020202020204" pitchFamily="34" charset="0"/>
              <a:buChar char="•"/>
            </a:pPr>
            <a:r>
              <a:rPr lang="fr-FR" sz="3200" dirty="0">
                <a:latin typeface="Helvetica" charset="0"/>
                <a:ea typeface="Helvetica" charset="0"/>
                <a:cs typeface="Helvetica" charset="0"/>
              </a:rPr>
              <a:t>Mise en garde </a:t>
            </a:r>
            <a:r>
              <a:rPr lang="fr-FR" sz="3200">
                <a:latin typeface="Helvetica" charset="0"/>
                <a:ea typeface="Helvetica" charset="0"/>
                <a:cs typeface="Helvetica" charset="0"/>
              </a:rPr>
              <a:t>contre l’IA, </a:t>
            </a:r>
            <a:r>
              <a:rPr lang="fr-FR" sz="3200" dirty="0">
                <a:latin typeface="Helvetica" charset="0"/>
                <a:ea typeface="Helvetica" charset="0"/>
                <a:cs typeface="Helvetica" charset="0"/>
              </a:rPr>
              <a:t>renvoi vers la page </a:t>
            </a:r>
            <a:r>
              <a:rPr lang="fr-FR" sz="3200">
                <a:latin typeface="Helvetica" charset="0"/>
                <a:ea typeface="Helvetica" charset="0"/>
                <a:cs typeface="Helvetica" charset="0"/>
              </a:rPr>
              <a:t>d’aide officielle</a:t>
            </a:r>
            <a:endParaRPr lang="fr-FR" sz="3200" dirty="0">
              <a:latin typeface="Helvetica" charset="0"/>
              <a:ea typeface="Helvetica" charset="0"/>
              <a:cs typeface="Helvetica" charset="0"/>
            </a:endParaRPr>
          </a:p>
        </p:txBody>
      </p:sp>
      <p:cxnSp>
        <p:nvCxnSpPr>
          <p:cNvPr id="514" name="Connecteur droit avec flèche 513">
            <a:extLst>
              <a:ext uri="{FF2B5EF4-FFF2-40B4-BE49-F238E27FC236}">
                <a16:creationId xmlns:a16="http://schemas.microsoft.com/office/drawing/2014/main" id="{2C17B82C-1604-5981-83E2-E53415F42FD5}"/>
              </a:ext>
            </a:extLst>
          </p:cNvPr>
          <p:cNvCxnSpPr>
            <a:cxnSpLocks/>
            <a:stCxn id="14" idx="3"/>
            <a:endCxn id="11" idx="1"/>
          </p:cNvCxnSpPr>
          <p:nvPr/>
        </p:nvCxnSpPr>
        <p:spPr>
          <a:xfrm>
            <a:off x="12093866" y="15837927"/>
            <a:ext cx="3055855" cy="0"/>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9" name="ZoneTexte 518">
            <a:extLst>
              <a:ext uri="{FF2B5EF4-FFF2-40B4-BE49-F238E27FC236}">
                <a16:creationId xmlns:a16="http://schemas.microsoft.com/office/drawing/2014/main" id="{0A0AED18-26C2-4BA5-1961-A385485C8E73}"/>
              </a:ext>
            </a:extLst>
          </p:cNvPr>
          <p:cNvSpPr txBox="1"/>
          <p:nvPr/>
        </p:nvSpPr>
        <p:spPr>
          <a:xfrm>
            <a:off x="11809363" y="13817377"/>
            <a:ext cx="3682571" cy="1436678"/>
          </a:xfrm>
          <a:prstGeom prst="roundRect">
            <a:avLst/>
          </a:prstGeom>
          <a:noFill/>
          <a:ln w="50800">
            <a:solidFill>
              <a:srgbClr val="F6A723"/>
            </a:solidFill>
          </a:ln>
        </p:spPr>
        <p:style>
          <a:lnRef idx="2">
            <a:schemeClr val="accent1"/>
          </a:lnRef>
          <a:fillRef idx="1">
            <a:schemeClr val="lt1"/>
          </a:fillRef>
          <a:effectRef idx="0">
            <a:schemeClr val="accent1"/>
          </a:effectRef>
          <a:fontRef idx="minor">
            <a:schemeClr val="dk1"/>
          </a:fontRef>
        </p:style>
        <p:txBody>
          <a:bodyPr vert="horz" wrap="none" lIns="91440" tIns="45720" rIns="91440" bIns="45720" rtlCol="0">
            <a:normAutofit/>
          </a:bodyPr>
          <a:lstStyle/>
          <a:p>
            <a:pPr marL="342900" marR="0" indent="-342900" algn="ctr" defTabSz="914400" rtl="0" eaLnBrk="0" fontAlgn="base" latinLnBrk="0" hangingPunct="0">
              <a:lnSpc>
                <a:spcPct val="100000"/>
              </a:lnSpc>
              <a:spcBef>
                <a:spcPct val="0"/>
              </a:spcBef>
              <a:spcAft>
                <a:spcPct val="0"/>
              </a:spcAft>
              <a:buClrTx/>
              <a:buSzTx/>
              <a:buFont typeface="Arial" pitchFamily="34" charset="0"/>
              <a:buNone/>
              <a:tabLst/>
            </a:pPr>
            <a:r>
              <a:rPr kumimoji="0" lang="fr-FR" sz="3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Application pour </a:t>
            </a:r>
          </a:p>
          <a:p>
            <a:pPr marL="342900" marR="0" indent="-342900" algn="ctr" defTabSz="914400" rtl="0" eaLnBrk="0" fontAlgn="base" latinLnBrk="0" hangingPunct="0">
              <a:lnSpc>
                <a:spcPct val="100000"/>
              </a:lnSpc>
              <a:spcBef>
                <a:spcPct val="0"/>
              </a:spcBef>
              <a:spcAft>
                <a:spcPct val="0"/>
              </a:spcAft>
              <a:buClrTx/>
              <a:buSzTx/>
              <a:buFont typeface="Arial" pitchFamily="34" charset="0"/>
              <a:buNone/>
              <a:tabLst/>
            </a:pPr>
            <a:r>
              <a:rPr kumimoji="0" lang="fr-FR" sz="3200" b="0" i="0" u="none" strike="noStrike" kern="1200" cap="none" spc="0" normalizeH="0" baseline="0" noProof="0" dirty="0">
                <a:ln>
                  <a:noFill/>
                </a:ln>
                <a:solidFill>
                  <a:schemeClr val="tx1"/>
                </a:solidFill>
                <a:effectLst/>
                <a:uLnTx/>
                <a:uFillTx/>
                <a:latin typeface="Calibri" pitchFamily="34" charset="0"/>
                <a:ea typeface="Calibri" pitchFamily="34" charset="0"/>
                <a:cs typeface="Times New Roman" pitchFamily="18" charset="0"/>
              </a:rPr>
              <a:t>spécifier la recherche</a:t>
            </a:r>
          </a:p>
        </p:txBody>
      </p:sp>
      <p:sp>
        <p:nvSpPr>
          <p:cNvPr id="528" name="ZoneTexte 527">
            <a:extLst>
              <a:ext uri="{FF2B5EF4-FFF2-40B4-BE49-F238E27FC236}">
                <a16:creationId xmlns:a16="http://schemas.microsoft.com/office/drawing/2014/main" id="{CF92BF5A-273F-E043-3AED-F43F90BC21A3}"/>
              </a:ext>
            </a:extLst>
          </p:cNvPr>
          <p:cNvSpPr txBox="1"/>
          <p:nvPr/>
        </p:nvSpPr>
        <p:spPr>
          <a:xfrm>
            <a:off x="28778199" y="22677266"/>
            <a:ext cx="0" cy="0"/>
          </a:xfrm>
          <a:prstGeom prst="rect">
            <a:avLst/>
          </a:prstGeom>
        </p:spPr>
        <p:txBody>
          <a:bodyPr vert="horz" wrap="none" lIns="91440" tIns="45720" rIns="91440" bIns="45720" rtlCol="0">
            <a:normAutofit fontScale="25000" lnSpcReduction="20000"/>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
        <p:nvSpPr>
          <p:cNvPr id="529" name="ZoneTexte 528">
            <a:extLst>
              <a:ext uri="{FF2B5EF4-FFF2-40B4-BE49-F238E27FC236}">
                <a16:creationId xmlns:a16="http://schemas.microsoft.com/office/drawing/2014/main" id="{155A22E0-B34B-A3B3-26C6-D5BB3B753085}"/>
              </a:ext>
            </a:extLst>
          </p:cNvPr>
          <p:cNvSpPr txBox="1"/>
          <p:nvPr/>
        </p:nvSpPr>
        <p:spPr>
          <a:xfrm>
            <a:off x="23676848" y="14264163"/>
            <a:ext cx="4150286" cy="800219"/>
          </a:xfrm>
          <a:prstGeom prst="roundRect">
            <a:avLst/>
          </a:prstGeom>
          <a:ln w="57150">
            <a:solidFill>
              <a:srgbClr val="A70039"/>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oAutofit/>
          </a:bodyPr>
          <a:lstStyle/>
          <a:p>
            <a:pPr defTabSz="914400"/>
            <a:r>
              <a:rPr lang="fr-FR" sz="3200" dirty="0">
                <a:latin typeface="Helvetica" charset="0"/>
                <a:ea typeface="Helvetica" charset="0"/>
                <a:cs typeface="Helvetica" charset="0"/>
              </a:rPr>
              <a:t>Choix de l’outil d’aide</a:t>
            </a:r>
          </a:p>
        </p:txBody>
      </p:sp>
      <p:sp>
        <p:nvSpPr>
          <p:cNvPr id="534" name="ZoneTexte 533">
            <a:extLst>
              <a:ext uri="{FF2B5EF4-FFF2-40B4-BE49-F238E27FC236}">
                <a16:creationId xmlns:a16="http://schemas.microsoft.com/office/drawing/2014/main" id="{E9FD38BE-D39C-E5BA-2F7A-D39CCC6532EA}"/>
              </a:ext>
            </a:extLst>
          </p:cNvPr>
          <p:cNvSpPr txBox="1"/>
          <p:nvPr/>
        </p:nvSpPr>
        <p:spPr>
          <a:xfrm>
            <a:off x="25405305" y="17376741"/>
            <a:ext cx="4150286" cy="800219"/>
          </a:xfrm>
          <a:prstGeom prst="roundRect">
            <a:avLst/>
          </a:prstGeom>
          <a:ln w="57150">
            <a:solidFill>
              <a:srgbClr val="A70039"/>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oAutofit/>
          </a:bodyPr>
          <a:lstStyle/>
          <a:p>
            <a:pPr defTabSz="914400"/>
            <a:r>
              <a:rPr lang="fr-FR" sz="3200" dirty="0">
                <a:latin typeface="Helvetica" charset="0"/>
                <a:ea typeface="Helvetica" charset="0"/>
                <a:cs typeface="Helvetica" charset="0"/>
              </a:rPr>
              <a:t>Choix de la langue</a:t>
            </a:r>
          </a:p>
        </p:txBody>
      </p:sp>
      <p:sp>
        <p:nvSpPr>
          <p:cNvPr id="536" name="ZoneTexte 535">
            <a:extLst>
              <a:ext uri="{FF2B5EF4-FFF2-40B4-BE49-F238E27FC236}">
                <a16:creationId xmlns:a16="http://schemas.microsoft.com/office/drawing/2014/main" id="{63BDC070-F6DB-B8EE-762C-FE02D71529B2}"/>
              </a:ext>
            </a:extLst>
          </p:cNvPr>
          <p:cNvSpPr txBox="1"/>
          <p:nvPr/>
        </p:nvSpPr>
        <p:spPr>
          <a:xfrm>
            <a:off x="23905889" y="20174091"/>
            <a:ext cx="4150286" cy="800219"/>
          </a:xfrm>
          <a:prstGeom prst="roundRect">
            <a:avLst/>
          </a:prstGeom>
          <a:ln w="57150">
            <a:solidFill>
              <a:srgbClr val="A70039"/>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oAutofit/>
          </a:bodyPr>
          <a:lstStyle/>
          <a:p>
            <a:pPr defTabSz="914400"/>
            <a:r>
              <a:rPr lang="fr-FR" sz="3200" dirty="0">
                <a:latin typeface="Helvetica" charset="0"/>
                <a:ea typeface="Helvetica" charset="0"/>
                <a:cs typeface="Helvetica" charset="0"/>
              </a:rPr>
              <a:t>Type de questions</a:t>
            </a:r>
          </a:p>
        </p:txBody>
      </p:sp>
      <p:cxnSp>
        <p:nvCxnSpPr>
          <p:cNvPr id="537" name="Connecteur droit avec flèche 536">
            <a:extLst>
              <a:ext uri="{FF2B5EF4-FFF2-40B4-BE49-F238E27FC236}">
                <a16:creationId xmlns:a16="http://schemas.microsoft.com/office/drawing/2014/main" id="{FC9ED40E-E6B2-9549-DF44-4271EB5E5A6D}"/>
              </a:ext>
            </a:extLst>
          </p:cNvPr>
          <p:cNvCxnSpPr>
            <a:cxnSpLocks/>
            <a:stCxn id="536" idx="0"/>
          </p:cNvCxnSpPr>
          <p:nvPr/>
        </p:nvCxnSpPr>
        <p:spPr>
          <a:xfrm flipH="1" flipV="1">
            <a:off x="22911599" y="18873881"/>
            <a:ext cx="3069433" cy="1300210"/>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1" name="Connecteur droit avec flèche 540">
            <a:extLst>
              <a:ext uri="{FF2B5EF4-FFF2-40B4-BE49-F238E27FC236}">
                <a16:creationId xmlns:a16="http://schemas.microsoft.com/office/drawing/2014/main" id="{32194C99-D721-0126-0BA7-5E41AA673B0F}"/>
              </a:ext>
            </a:extLst>
          </p:cNvPr>
          <p:cNvCxnSpPr>
            <a:cxnSpLocks/>
            <a:stCxn id="534" idx="1"/>
          </p:cNvCxnSpPr>
          <p:nvPr/>
        </p:nvCxnSpPr>
        <p:spPr>
          <a:xfrm flipH="1">
            <a:off x="23018623" y="17776851"/>
            <a:ext cx="2386682" cy="19188"/>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3" name="Connecteur droit avec flèche 542">
            <a:extLst>
              <a:ext uri="{FF2B5EF4-FFF2-40B4-BE49-F238E27FC236}">
                <a16:creationId xmlns:a16="http://schemas.microsoft.com/office/drawing/2014/main" id="{A0BA04DE-F010-F5C4-02E3-53C3A20D3220}"/>
              </a:ext>
            </a:extLst>
          </p:cNvPr>
          <p:cNvCxnSpPr>
            <a:cxnSpLocks/>
            <a:stCxn id="529" idx="2"/>
          </p:cNvCxnSpPr>
          <p:nvPr/>
        </p:nvCxnSpPr>
        <p:spPr>
          <a:xfrm flipH="1">
            <a:off x="22774484" y="15064382"/>
            <a:ext cx="2977507" cy="1693026"/>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75" name="Connecteur droit avec flèche 574">
            <a:extLst>
              <a:ext uri="{FF2B5EF4-FFF2-40B4-BE49-F238E27FC236}">
                <a16:creationId xmlns:a16="http://schemas.microsoft.com/office/drawing/2014/main" id="{6D7A544A-588A-87AF-5D3F-6362F1F20356}"/>
              </a:ext>
            </a:extLst>
          </p:cNvPr>
          <p:cNvCxnSpPr>
            <a:cxnSpLocks/>
            <a:stCxn id="11" idx="2"/>
            <a:endCxn id="24" idx="0"/>
          </p:cNvCxnSpPr>
          <p:nvPr/>
        </p:nvCxnSpPr>
        <p:spPr>
          <a:xfrm flipH="1">
            <a:off x="7596982" y="21270559"/>
            <a:ext cx="14827205" cy="1329175"/>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8" name="Connecteur droit avec flèche 67">
            <a:extLst>
              <a:ext uri="{FF2B5EF4-FFF2-40B4-BE49-F238E27FC236}">
                <a16:creationId xmlns:a16="http://schemas.microsoft.com/office/drawing/2014/main" id="{1950F285-43F8-B12D-14F6-8C97A8B372EB}"/>
              </a:ext>
            </a:extLst>
          </p:cNvPr>
          <p:cNvCxnSpPr>
            <a:cxnSpLocks/>
            <a:stCxn id="11" idx="2"/>
            <a:endCxn id="219" idx="0"/>
          </p:cNvCxnSpPr>
          <p:nvPr/>
        </p:nvCxnSpPr>
        <p:spPr>
          <a:xfrm>
            <a:off x="22424187" y="21270559"/>
            <a:ext cx="222295" cy="1237152"/>
          </a:xfrm>
          <a:prstGeom prst="straightConnector1">
            <a:avLst/>
          </a:prstGeom>
          <a:ln w="76200">
            <a:solidFill>
              <a:srgbClr val="F6A723"/>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B79E44E6-D47D-19B5-38A0-AC89FB3E8183}"/>
              </a:ext>
            </a:extLst>
          </p:cNvPr>
          <p:cNvSpPr txBox="1"/>
          <p:nvPr/>
        </p:nvSpPr>
        <p:spPr>
          <a:xfrm>
            <a:off x="46939200" y="27787600"/>
            <a:ext cx="0" cy="0"/>
          </a:xfrm>
          <a:prstGeom prst="rect">
            <a:avLst/>
          </a:prstGeom>
        </p:spPr>
        <p:txBody>
          <a:bodyPr vert="horz" wrap="none" lIns="91440" tIns="45720" rIns="91440" bIns="45720" rtlCol="0">
            <a:normAutofit fontScale="25000" lnSpcReduction="20000"/>
          </a:bodyPr>
          <a:lstStyle/>
          <a:p>
            <a:pPr marL="342900" marR="0" indent="-342900" algn="l" defTabSz="914400" rtl="0" eaLnBrk="0" fontAlgn="base" latinLnBrk="0" hangingPunct="0">
              <a:lnSpc>
                <a:spcPct val="100000"/>
              </a:lnSpc>
              <a:spcBef>
                <a:spcPct val="0"/>
              </a:spcBef>
              <a:spcAft>
                <a:spcPct val="0"/>
              </a:spcAft>
              <a:buClrTx/>
              <a:buSzTx/>
              <a:buFont typeface="Arial" pitchFamily="34" charset="0"/>
              <a:buNone/>
              <a:tabLst/>
            </a:pPr>
            <a:endParaRPr kumimoji="0" lang="fr-FR" sz="2800" b="0" i="0" u="none" strike="noStrike" kern="1200" cap="none" spc="0" normalizeH="0" baseline="0" noProof="0" dirty="0">
              <a:ln>
                <a:noFill/>
              </a:ln>
              <a:solidFill>
                <a:srgbClr val="808080"/>
              </a:solidFill>
              <a:effectLst/>
              <a:uLnTx/>
              <a:uFillTx/>
              <a:latin typeface="Calibri" pitchFamily="34" charset="0"/>
              <a:ea typeface="Calibri" pitchFamily="34" charset="0"/>
              <a:cs typeface="Times New Roman" pitchFamily="18" charset="0"/>
            </a:endParaRPr>
          </a:p>
        </p:txBody>
      </p:sp>
    </p:spTree>
    <p:extLst>
      <p:ext uri="{BB962C8B-B14F-4D97-AF65-F5344CB8AC3E}">
        <p14:creationId xmlns:p14="http://schemas.microsoft.com/office/powerpoint/2010/main" val="3676128131"/>
      </p:ext>
    </p:extLst>
  </p:cSld>
  <p:clrMapOvr>
    <a:masterClrMapping/>
  </p:clrMapOvr>
</p:sld>
</file>

<file path=ppt/theme/theme1.xml><?xml version="1.0" encoding="utf-8"?>
<a:theme xmlns:a="http://schemas.openxmlformats.org/drawingml/2006/main" name="Thème poster Umons">
  <a:themeElements>
    <a:clrScheme name="UMons">
      <a:dk1>
        <a:sysClr val="windowText" lastClr="000000"/>
      </a:dk1>
      <a:lt1>
        <a:sysClr val="window" lastClr="FFFFFF"/>
      </a:lt1>
      <a:dk2>
        <a:srgbClr val="1F497D"/>
      </a:dk2>
      <a:lt2>
        <a:srgbClr val="EEECE1"/>
      </a:lt2>
      <a:accent1>
        <a:srgbClr val="00ABCC"/>
      </a:accent1>
      <a:accent2>
        <a:srgbClr val="C40039"/>
      </a:accent2>
      <a:accent3>
        <a:srgbClr val="A5A5A5"/>
      </a:accent3>
      <a:accent4>
        <a:srgbClr val="94CD7E"/>
      </a:accent4>
      <a:accent5>
        <a:srgbClr val="8DB3E2"/>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fontScale="92500" lnSpcReduction="10000"/>
      </a:bodyPr>
      <a:lstStyle>
        <a:defPPr marL="342900" marR="0" indent="-342900" algn="l" defTabSz="914400" rtl="0" eaLnBrk="0" fontAlgn="base" latinLnBrk="0" hangingPunct="0">
          <a:lnSpc>
            <a:spcPct val="100000"/>
          </a:lnSpc>
          <a:spcBef>
            <a:spcPct val="0"/>
          </a:spcBef>
          <a:spcAft>
            <a:spcPct val="0"/>
          </a:spcAft>
          <a:buClrTx/>
          <a:buSzTx/>
          <a:buFont typeface="Arial" pitchFamily="34" charset="0"/>
          <a:buNone/>
          <a:tabLst/>
          <a:defRPr kumimoji="0" sz="2800" b="0" i="0" u="none" strike="noStrike" kern="1200" cap="none" spc="0" normalizeH="0" baseline="0" noProof="0" dirty="0" smtClean="0">
            <a:ln>
              <a:noFill/>
            </a:ln>
            <a:solidFill>
              <a:srgbClr val="808080"/>
            </a:solidFill>
            <a:effectLst/>
            <a:uLnTx/>
            <a:uFillTx/>
            <a:latin typeface="Calibri" pitchFamily="34" charset="0"/>
            <a:ea typeface="Calibri" pitchFamily="34" charset="0"/>
            <a:cs typeface="Times New Roman" pitchFamily="18" charset="0"/>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Thème poster Umons</Template>
  <TotalTime>39677</TotalTime>
  <Words>399</Words>
  <Application>Microsoft Macintosh PowerPoint</Application>
  <PresentationFormat>Personnalisé</PresentationFormat>
  <Paragraphs>41</Paragraphs>
  <Slides>1</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vt:i4>
      </vt:variant>
    </vt:vector>
  </HeadingPairs>
  <TitlesOfParts>
    <vt:vector size="8" baseType="lpstr">
      <vt:lpstr>Arial</vt:lpstr>
      <vt:lpstr>Calibri</vt:lpstr>
      <vt:lpstr>Cambria</vt:lpstr>
      <vt:lpstr>Century Gothic</vt:lpstr>
      <vt:lpstr>Helvetica</vt:lpstr>
      <vt:lpstr>Wingdings</vt:lpstr>
      <vt:lpstr>Thème poster Umons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Florian Boon</dc:creator>
  <cp:lastModifiedBy>Philippe GROSJEAN</cp:lastModifiedBy>
  <cp:revision>1031</cp:revision>
  <cp:lastPrinted>2019-03-08T09:39:10Z</cp:lastPrinted>
  <dcterms:created xsi:type="dcterms:W3CDTF">2010-03-01T10:05:47Z</dcterms:created>
  <dcterms:modified xsi:type="dcterms:W3CDTF">2025-04-09T10:06:52Z</dcterms:modified>
</cp:coreProperties>
</file>